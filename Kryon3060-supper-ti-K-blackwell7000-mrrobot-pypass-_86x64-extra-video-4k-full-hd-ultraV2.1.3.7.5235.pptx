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media/media1.mp4" ContentType="video/mp4"/>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body"/>
          </p:nvPr>
        </p:nvSpPr>
        <p:spPr>
          <a:xfrm>
            <a:off x="457200" y="1600200"/>
            <a:ext cx="4037400" cy="452484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 name="PlaceHolder 3"/>
          <p:cNvSpPr>
            <a:spLocks noGrp="1"/>
          </p:cNvSpPr>
          <p:nvPr>
            <p:ph type="body"/>
          </p:nvPr>
        </p:nvSpPr>
        <p:spPr>
          <a:xfrm>
            <a:off x="4648320" y="1600200"/>
            <a:ext cx="4037400" cy="452484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5" name="PlaceHolder 4"/>
          <p:cNvSpPr>
            <a:spLocks noGrp="1"/>
          </p:cNvSpPr>
          <p:nvPr>
            <p:ph type="dt" idx="1"/>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513AC2A-29C0-483C-A0E6-168EFD38B84C}"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9" name="PlaceHolder 2"/>
          <p:cNvSpPr>
            <a:spLocks noGrp="1"/>
          </p:cNvSpPr>
          <p:nvPr>
            <p:ph type="body"/>
          </p:nvPr>
        </p:nvSpPr>
        <p:spPr>
          <a:xfrm>
            <a:off x="457200" y="1535040"/>
            <a:ext cx="4039200" cy="63864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10" name="PlaceHolder 3"/>
          <p:cNvSpPr>
            <a:spLocks noGrp="1"/>
          </p:cNvSpPr>
          <p:nvPr>
            <p:ph type="body"/>
          </p:nvPr>
        </p:nvSpPr>
        <p:spPr>
          <a:xfrm>
            <a:off x="457200" y="2174760"/>
            <a:ext cx="4039200" cy="395028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11" name="PlaceHolder 4"/>
          <p:cNvSpPr>
            <a:spLocks noGrp="1"/>
          </p:cNvSpPr>
          <p:nvPr>
            <p:ph type="body"/>
          </p:nvPr>
        </p:nvSpPr>
        <p:spPr>
          <a:xfrm>
            <a:off x="4645080" y="1535040"/>
            <a:ext cx="4040640" cy="63864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12" name="PlaceHolder 5"/>
          <p:cNvSpPr>
            <a:spLocks noGrp="1"/>
          </p:cNvSpPr>
          <p:nvPr>
            <p:ph type="body"/>
          </p:nvPr>
        </p:nvSpPr>
        <p:spPr>
          <a:xfrm>
            <a:off x="4645080" y="2174760"/>
            <a:ext cx="4040640" cy="395028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13" name="PlaceHolder 6"/>
          <p:cNvSpPr>
            <a:spLocks noGrp="1"/>
          </p:cNvSpPr>
          <p:nvPr>
            <p:ph type="dt" idx="4"/>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14" name="PlaceHolder 7"/>
          <p:cNvSpPr>
            <a:spLocks noGrp="1"/>
          </p:cNvSpPr>
          <p:nvPr>
            <p:ph type="ftr" idx="5"/>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15" name="PlaceHolder 8"/>
          <p:cNvSpPr>
            <a:spLocks noGrp="1"/>
          </p:cNvSpPr>
          <p:nvPr>
            <p:ph type="sldNum" idx="6"/>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E670ABF-DFBA-426D-958E-D869632B7690}"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dt" idx="7"/>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18" name="PlaceHolder 3"/>
          <p:cNvSpPr>
            <a:spLocks noGrp="1"/>
          </p:cNvSpPr>
          <p:nvPr>
            <p:ph type="ftr" idx="8"/>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19" name="PlaceHolder 4"/>
          <p:cNvSpPr>
            <a:spLocks noGrp="1"/>
          </p:cNvSpPr>
          <p:nvPr>
            <p:ph type="sldNum" idx="9"/>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A960E84-0894-438C-AADA-B6F01322DA75}"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dt" idx="10"/>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21" name="PlaceHolder 2"/>
          <p:cNvSpPr>
            <a:spLocks noGrp="1"/>
          </p:cNvSpPr>
          <p:nvPr>
            <p:ph type="ftr" idx="11"/>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22" name="PlaceHolder 3"/>
          <p:cNvSpPr>
            <a:spLocks noGrp="1"/>
          </p:cNvSpPr>
          <p:nvPr>
            <p:ph type="sldNum" idx="12"/>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716F1A3-9269-4B04-8861-8FB1A7CDBFC9}"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
        <p:nvSpPr>
          <p:cNvPr id="23" name="PlaceHolder 4"/>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24"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2880"/>
            <a:ext cx="3007080" cy="116100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26" name="PlaceHolder 2"/>
          <p:cNvSpPr>
            <a:spLocks noGrp="1"/>
          </p:cNvSpPr>
          <p:nvPr>
            <p:ph type="body"/>
          </p:nvPr>
        </p:nvSpPr>
        <p:spPr>
          <a:xfrm>
            <a:off x="3575160" y="272880"/>
            <a:ext cx="5110560" cy="58521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7" name="PlaceHolder 3"/>
          <p:cNvSpPr>
            <a:spLocks noGrp="1"/>
          </p:cNvSpPr>
          <p:nvPr>
            <p:ph type="body"/>
          </p:nvPr>
        </p:nvSpPr>
        <p:spPr>
          <a:xfrm>
            <a:off x="457200" y="1434960"/>
            <a:ext cx="3007080" cy="469008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28" name="PlaceHolder 4"/>
          <p:cNvSpPr>
            <a:spLocks noGrp="1"/>
          </p:cNvSpPr>
          <p:nvPr>
            <p:ph type="dt" idx="13"/>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29" name="PlaceHolder 5"/>
          <p:cNvSpPr>
            <a:spLocks noGrp="1"/>
          </p:cNvSpPr>
          <p:nvPr>
            <p:ph type="ftr" idx="14"/>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30" name="PlaceHolder 6"/>
          <p:cNvSpPr>
            <a:spLocks noGrp="1"/>
          </p:cNvSpPr>
          <p:nvPr>
            <p:ph type="sldNum" idx="15"/>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C0594DB-44E9-4827-88AF-14712508FD5F}"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1792440" y="4800600"/>
            <a:ext cx="5485320" cy="5655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32" name="PlaceHolder 2"/>
          <p:cNvSpPr>
            <a:spLocks noGrp="1"/>
          </p:cNvSpPr>
          <p:nvPr>
            <p:ph type="pic"/>
          </p:nvPr>
        </p:nvSpPr>
        <p:spPr>
          <a:xfrm>
            <a:off x="1792440" y="612720"/>
            <a:ext cx="5485320" cy="4113720"/>
          </a:xfrm>
          <a:prstGeom prst="rect">
            <a:avLst/>
          </a:prstGeom>
          <a:noFill/>
          <a:ln w="0">
            <a:noFill/>
          </a:ln>
        </p:spPr>
        <p:txBody>
          <a:bodyPr lIns="90000" tIns="45000" rIns="90000" bIns="45000" anchor="t">
            <a:noAutofit/>
          </a:bodyPr>
          <a:p>
            <a:pPr indent="0" algn="l">
              <a:buNone/>
            </a:pPr>
            <a:r>
              <a:rPr lang="vi-VN" sz="1800" b="0" u="none" strike="noStrike">
                <a:solidFill>
                  <a:srgbClr val="000000"/>
                </a:solidFill>
                <a:effectLst/>
                <a:uFillTx/>
                <a:latin typeface="Arial"/>
              </a:rPr>
              <a:t>Double-click to add an Image</a:t>
            </a:r>
            <a:endParaRPr lang="vi-VN" sz="1800" b="0" u="none" strike="noStrike">
              <a:solidFill>
                <a:srgbClr val="000000"/>
              </a:solidFill>
              <a:effectLst/>
              <a:uFillTx/>
              <a:latin typeface="Arial"/>
            </a:endParaRPr>
          </a:p>
        </p:txBody>
      </p:sp>
      <p:sp>
        <p:nvSpPr>
          <p:cNvPr id="33" name="PlaceHolder 3"/>
          <p:cNvSpPr>
            <a:spLocks noGrp="1"/>
          </p:cNvSpPr>
          <p:nvPr>
            <p:ph type="body"/>
          </p:nvPr>
        </p:nvSpPr>
        <p:spPr>
          <a:xfrm>
            <a:off x="1792440" y="5367240"/>
            <a:ext cx="5485320" cy="80388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34" name="PlaceHolder 4"/>
          <p:cNvSpPr>
            <a:spLocks noGrp="1"/>
          </p:cNvSpPr>
          <p:nvPr>
            <p:ph type="dt" idx="16"/>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35" name="PlaceHolder 5"/>
          <p:cNvSpPr>
            <a:spLocks noGrp="1"/>
          </p:cNvSpPr>
          <p:nvPr>
            <p:ph type="ftr" idx="17"/>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36" name="PlaceHolder 6"/>
          <p:cNvSpPr>
            <a:spLocks noGrp="1"/>
          </p:cNvSpPr>
          <p:nvPr>
            <p:ph type="sldNum" idx="18"/>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9D4646D-E24B-44FD-BF16-26DDBC84719C}"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685800" y="2130480"/>
            <a:ext cx="7771320" cy="146880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8" name="PlaceHolder 2"/>
          <p:cNvSpPr>
            <a:spLocks noGrp="1"/>
          </p:cNvSpPr>
          <p:nvPr>
            <p:ph type="dt" idx="19"/>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39" name="PlaceHolder 3"/>
          <p:cNvSpPr>
            <a:spLocks noGrp="1"/>
          </p:cNvSpPr>
          <p:nvPr>
            <p:ph type="ftr" idx="20"/>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40" name="PlaceHolder 4"/>
          <p:cNvSpPr>
            <a:spLocks noGrp="1"/>
          </p:cNvSpPr>
          <p:nvPr>
            <p:ph type="sldNum" idx="21"/>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72891CF-D591-4634-88BE-85B9160409C5}"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2" name="PlaceHolder 2"/>
          <p:cNvSpPr>
            <a:spLocks noGrp="1"/>
          </p:cNvSpPr>
          <p:nvPr>
            <p:ph type="body"/>
          </p:nvPr>
        </p:nvSpPr>
        <p:spPr>
          <a:xfrm>
            <a:off x="457200" y="1600200"/>
            <a:ext cx="8228520" cy="452484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43" name="PlaceHolder 3"/>
          <p:cNvSpPr>
            <a:spLocks noGrp="1"/>
          </p:cNvSpPr>
          <p:nvPr>
            <p:ph type="dt" idx="22"/>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44" name="PlaceHolder 4"/>
          <p:cNvSpPr>
            <a:spLocks noGrp="1"/>
          </p:cNvSpPr>
          <p:nvPr>
            <p:ph type="ftr" idx="23"/>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45" name="PlaceHolder 5"/>
          <p:cNvSpPr>
            <a:spLocks noGrp="1"/>
          </p:cNvSpPr>
          <p:nvPr>
            <p:ph type="sldNum" idx="24"/>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EEDFCAD-3C83-4E7A-8A4C-792543654E83}"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6629400" y="274680"/>
            <a:ext cx="2056320" cy="585036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7" name="PlaceHolder 2"/>
          <p:cNvSpPr>
            <a:spLocks noGrp="1"/>
          </p:cNvSpPr>
          <p:nvPr>
            <p:ph type="body"/>
          </p:nvPr>
        </p:nvSpPr>
        <p:spPr>
          <a:xfrm>
            <a:off x="457200" y="274680"/>
            <a:ext cx="6018840" cy="58503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48" name="PlaceHolder 3"/>
          <p:cNvSpPr>
            <a:spLocks noGrp="1"/>
          </p:cNvSpPr>
          <p:nvPr>
            <p:ph type="dt" idx="25"/>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49" name="PlaceHolder 4"/>
          <p:cNvSpPr>
            <a:spLocks noGrp="1"/>
          </p:cNvSpPr>
          <p:nvPr>
            <p:ph type="ftr" idx="26"/>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50" name="PlaceHolder 5"/>
          <p:cNvSpPr>
            <a:spLocks noGrp="1"/>
          </p:cNvSpPr>
          <p:nvPr>
            <p:ph type="sldNum" idx="27"/>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A8EA714-28F4-4B2F-B5DB-63BA33447212}"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2" name="PlaceHolder 2"/>
          <p:cNvSpPr>
            <a:spLocks noGrp="1"/>
          </p:cNvSpPr>
          <p:nvPr>
            <p:ph type="body"/>
          </p:nvPr>
        </p:nvSpPr>
        <p:spPr>
          <a:xfrm>
            <a:off x="457200" y="1600200"/>
            <a:ext cx="8228520" cy="452484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3" name="PlaceHolder 3"/>
          <p:cNvSpPr>
            <a:spLocks noGrp="1"/>
          </p:cNvSpPr>
          <p:nvPr>
            <p:ph type="dt" idx="28"/>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54" name="PlaceHolder 4"/>
          <p:cNvSpPr>
            <a:spLocks noGrp="1"/>
          </p:cNvSpPr>
          <p:nvPr>
            <p:ph type="ftr" idx="29"/>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55" name="PlaceHolder 5"/>
          <p:cNvSpPr>
            <a:spLocks noGrp="1"/>
          </p:cNvSpPr>
          <p:nvPr>
            <p:ph type="sldNum" idx="30"/>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213C61AD-20EE-4CE4-B3DE-A191FCFC81D0}"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22160" y="4406760"/>
            <a:ext cx="7771320" cy="1361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57" name="PlaceHolder 2"/>
          <p:cNvSpPr>
            <a:spLocks noGrp="1"/>
          </p:cNvSpPr>
          <p:nvPr>
            <p:ph type="body"/>
          </p:nvPr>
        </p:nvSpPr>
        <p:spPr>
          <a:xfrm>
            <a:off x="722160" y="2906640"/>
            <a:ext cx="7771320" cy="149904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58" name="PlaceHolder 3"/>
          <p:cNvSpPr>
            <a:spLocks noGrp="1"/>
          </p:cNvSpPr>
          <p:nvPr>
            <p:ph type="dt" idx="31"/>
          </p:nvPr>
        </p:nvSpPr>
        <p:spPr>
          <a:xfrm>
            <a:off x="457200" y="6356520"/>
            <a:ext cx="2132640" cy="36396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vi-VN" sz="1200" b="0" u="none" strike="noStrike">
              <a:solidFill>
                <a:srgbClr val="000000"/>
              </a:solidFill>
              <a:effectLst/>
              <a:uFillTx/>
              <a:latin typeface="Times New Roman"/>
            </a:endParaRPr>
          </a:p>
        </p:txBody>
      </p:sp>
      <p:sp>
        <p:nvSpPr>
          <p:cNvPr id="59" name="PlaceHolder 4"/>
          <p:cNvSpPr>
            <a:spLocks noGrp="1"/>
          </p:cNvSpPr>
          <p:nvPr>
            <p:ph type="ftr" idx="32"/>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vi-VN" sz="1400" b="0" u="none" strike="noStrike">
                <a:solidFill>
                  <a:srgbClr val="000000"/>
                </a:solidFill>
                <a:effectLst/>
                <a:uFillTx/>
                <a:latin typeface="Times New Roman"/>
              </a:defRPr>
            </a:lvl1pPr>
          </a:lstStyle>
          <a:p>
            <a:pPr indent="0" algn="ctr">
              <a:lnSpc>
                <a:spcPct val="100000"/>
              </a:lnSpc>
              <a:buNone/>
              <a:tabLst>
                <a:tab pos="0" algn="l"/>
              </a:tabLst>
            </a:pPr>
            <a:r>
              <a:rPr lang="vi-VN" sz="1400" b="0" u="none" strike="noStrike">
                <a:solidFill>
                  <a:srgbClr val="000000"/>
                </a:solidFill>
                <a:effectLst/>
                <a:uFillTx/>
                <a:latin typeface="Times New Roman"/>
              </a:rPr>
              <a:t>&lt;footer&gt;</a:t>
            </a:r>
            <a:endParaRPr lang="vi-VN" sz="1400" b="0" u="none" strike="noStrike">
              <a:solidFill>
                <a:srgbClr val="000000"/>
              </a:solidFill>
              <a:effectLst/>
              <a:uFillTx/>
              <a:latin typeface="Times New Roman"/>
            </a:endParaRPr>
          </a:p>
        </p:txBody>
      </p:sp>
      <p:sp>
        <p:nvSpPr>
          <p:cNvPr id="60" name="PlaceHolder 5"/>
          <p:cNvSpPr>
            <a:spLocks noGrp="1"/>
          </p:cNvSpPr>
          <p:nvPr>
            <p:ph type="sldNum" idx="33"/>
          </p:nvPr>
        </p:nvSpPr>
        <p:spPr>
          <a:xfrm>
            <a:off x="6553080" y="6356520"/>
            <a:ext cx="213264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FDC6DB93-2970-4140-8E0D-CDF7101BD0D2}" type="slidenum">
              <a:rPr lang="en-US" sz="1200" b="0" u="none" strike="noStrike">
                <a:solidFill>
                  <a:schemeClr val="dk1">
                    <a:tint val="75000"/>
                  </a:schemeClr>
                </a:solidFill>
                <a:effectLst/>
                <a:uFillTx/>
                <a:latin typeface="Calibri"/>
              </a:rPr>
              <a:t>&lt;number&gt;</a:t>
            </a:fld>
            <a:endParaRPr lang="vi-V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video" Target="../media/media1.mp4"/><Relationship Id="rId2" Type="http://schemas.microsoft.com/office/2007/relationships/media" Target="../media/media1.mp4"/><Relationship Id="rId3" Type="http://schemas.openxmlformats.org/officeDocument/2006/relationships/image" Target="../media/image2.png"/><Relationship Id="rId4"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8.png"/><Relationship Id="rId3" Type="http://schemas.openxmlformats.org/officeDocument/2006/relationships/image" Target="../media/image8.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9.png"/><Relationship Id="rId7" Type="http://schemas.openxmlformats.org/officeDocument/2006/relationships/image" Target="../media/image9.png"/><Relationship Id="rId8"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0.png"/><Relationship Id="rId3"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
          <p:cNvSpPr/>
          <p:nvPr/>
        </p:nvSpPr>
        <p:spPr>
          <a:xfrm>
            <a:off x="-415800" y="-336960"/>
            <a:ext cx="12851640" cy="7230600"/>
          </a:xfrm>
          <a:prstGeom prst="rect">
            <a:avLst/>
          </a:prstGeom>
          <a:solidFill>
            <a:srgbClr val="000000"/>
          </a:solidFill>
          <a:ln w="38160">
            <a:solidFill>
              <a:srgbClr val="4F81BD">
                <a:lumMod val="75000"/>
                <a:lumOff val="0"/>
              </a:srgbClr>
            </a:solidFill>
            <a:round/>
          </a:ln>
        </p:spPr>
        <p:style>
          <a:lnRef idx="0"/>
          <a:fillRef idx="0"/>
          <a:effectRef idx="0"/>
          <a:fontRef idx="minor"/>
        </p:style>
        <p:txBody>
          <a:bodyPr lIns="90000" tIns="45000" rIns="90000" bIns="45000" anchor="ctr">
            <a:noAutofit/>
          </a:bodyPr>
          <a:p>
            <a:pPr/>
            <a:endParaRPr lang="vi-VN" sz="1800" b="0" u="none" strike="noStrike">
              <a:solidFill>
                <a:srgbClr val="FFFFFF"/>
              </a:solidFill>
              <a:effectLst/>
              <a:uFillTx/>
              <a:latin typeface="Arial"/>
            </a:endParaRPr>
          </a:p>
        </p:txBody>
      </p:sp>
      <p:pic>
        <p:nvPicPr>
          <p:cNvPr id="62" name="">
            <a:hlinkClick r:id="" action="ppaction://media"/>
          </p:cNvPr>
          <p:cNvPicPr/>
          <p:nvPr>
            <a:videoFile r:link="rId1"/>
            <p:extLst>
              <p:ext uri="{DAA4B4D4-6D71-4841-9C94-3DE7FCFB9230}">
                <p14:media r:embed="rId2"/>
              </p:ext>
            </p:extLst>
          </p:nvPr>
        </p:nvPicPr>
        <p:blipFill>
          <a:blip r:embed="rId3"/>
          <a:stretch>
            <a:fillRect/>
          </a:stretch>
        </p:blipFill>
        <p:spPr>
          <a:xfrm>
            <a:off x="447840" y="149040"/>
            <a:ext cx="11322360" cy="6604200"/>
          </a:xfrm>
          <a:prstGeom prst="rect">
            <a:avLst/>
          </a:prstGeom>
          <a:ln w="0">
            <a:noFill/>
          </a:ln>
        </p:spPr>
      </p:pic>
    </p:spTree>
  </p:cSld>
  <mc:AlternateContent>
    <mc:Choice Requires="p14">
      <p:transition spd="slow" advTm="1000" p14:dur="4000">
        <p14:vortex/>
      </p:transition>
    </mc:Choice>
    <mc:Fallback>
      <p:transition spd="slow" advTm="1000">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
          <p:cNvSpPr/>
          <p:nvPr/>
        </p:nvSpPr>
        <p:spPr>
          <a:xfrm>
            <a:off x="-697680" y="-563040"/>
            <a:ext cx="13495680" cy="7914600"/>
          </a:xfrm>
          <a:prstGeom prst="rect">
            <a:avLst/>
          </a:prstGeom>
          <a:solidFill>
            <a:srgbClr val="000000"/>
          </a:solidFill>
          <a:ln w="38160">
            <a:solidFill>
              <a:srgbClr val="4F81BD">
                <a:lumMod val="75000"/>
                <a:lumOff val="0"/>
              </a:srgbClr>
            </a:solidFill>
            <a:round/>
          </a:ln>
        </p:spPr>
        <p:style>
          <a:lnRef idx="0"/>
          <a:fillRef idx="0"/>
          <a:effectRef idx="0"/>
          <a:fontRef idx="minor"/>
        </p:style>
        <p:txBody>
          <a:bodyPr lIns="90000" tIns="45000" rIns="90000" bIns="45000" anchor="ctr">
            <a:noAutofit/>
          </a:bodyPr>
          <a:p>
            <a:pPr/>
            <a:endParaRPr lang="vi-VN" sz="1800" b="0" u="none" strike="noStrike">
              <a:solidFill>
                <a:srgbClr val="FFFFFF"/>
              </a:solidFill>
              <a:effectLst/>
              <a:uFillTx/>
              <a:latin typeface="Arial"/>
            </a:endParaRPr>
          </a:p>
        </p:txBody>
      </p:sp>
      <p:pic>
        <p:nvPicPr>
          <p:cNvPr id="64" name="Picture 12" descr="image.png"/>
          <p:cNvPicPr/>
          <p:nvPr/>
        </p:nvPicPr>
        <p:blipFill>
          <a:blip r:embed="rId1"/>
          <a:stretch/>
        </p:blipFill>
        <p:spPr>
          <a:xfrm>
            <a:off x="360" y="0"/>
            <a:ext cx="12191040" cy="6856920"/>
          </a:xfrm>
          <a:prstGeom prst="rect">
            <a:avLst/>
          </a:prstGeom>
          <a:noFill/>
          <a:ln w="0">
            <a:noFill/>
          </a:ln>
        </p:spPr>
      </p:pic>
    </p:spTree>
  </p:cSld>
  <mc:AlternateContent>
    <mc:Choice Requires="p14">
      <p:transition spd="slow" advTm="1000" p14:dur="4000">
        <p14:vortex/>
      </p:transition>
    </mc:Choice>
    <mc:Fallback>
      <p:transition spd="slow" advTm="1000">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5" presetClass="entr" fill="hold" nodeType="withEffect" presetSubtype="10">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checkerboard(across)">
                                      <p:cBhvr additive="repl">
                                        <p:cTn id="7" dur="5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8C384D"/>
        </a:solidFill>
      </p:bgPr>
    </p:bg>
    <p:spTree>
      <p:nvGrpSpPr>
        <p:cNvPr id="1" name=""/>
        <p:cNvGrpSpPr/>
        <p:nvPr/>
      </p:nvGrpSpPr>
      <p:grpSpPr>
        <a:xfrm>
          <a:off x="0" y="0"/>
          <a:ext cx="0" cy="0"/>
          <a:chOff x="0" y="0"/>
          <a:chExt cx="0" cy="0"/>
        </a:xfrm>
      </p:grpSpPr>
      <p:pic>
        <p:nvPicPr>
          <p:cNvPr id="65" name="Picture 1" descr="image.png"/>
          <p:cNvPicPr/>
          <p:nvPr/>
        </p:nvPicPr>
        <p:blipFill>
          <a:blip r:embed="rId1"/>
          <a:stretch/>
        </p:blipFill>
        <p:spPr>
          <a:xfrm>
            <a:off x="0" y="0"/>
            <a:ext cx="12191040" cy="6856920"/>
          </a:xfrm>
          <a:prstGeom prst="rect">
            <a:avLst/>
          </a:prstGeom>
          <a:noFill/>
          <a:ln w="0">
            <a:noFill/>
          </a:ln>
        </p:spPr>
      </p:pic>
      <p:sp>
        <p:nvSpPr>
          <p:cNvPr id="66" name="Rounded Rectangle 2"/>
          <p:cNvSpPr/>
          <p:nvPr/>
        </p:nvSpPr>
        <p:spPr>
          <a:xfrm>
            <a:off x="609480" y="1718640"/>
            <a:ext cx="2648880" cy="370440"/>
          </a:xfrm>
          <a:prstGeom prst="roundRect">
            <a:avLst>
              <a:gd name="adj" fmla="val 50000"/>
            </a:avLst>
          </a:prstGeom>
          <a:solidFill>
            <a:srgbClr val="A36071"/>
          </a:solidFill>
          <a:ln>
            <a:solidFill>
              <a:srgbClr val="AF748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67" name="Rounded Rectangle 3"/>
          <p:cNvSpPr/>
          <p:nvPr/>
        </p:nvSpPr>
        <p:spPr>
          <a:xfrm>
            <a:off x="609480" y="5091840"/>
            <a:ext cx="1141920" cy="46440"/>
          </a:xfrm>
          <a:prstGeom prst="roundRect">
            <a:avLst>
              <a:gd name="adj" fmla="val 50000"/>
            </a:avLst>
          </a:prstGeom>
          <a:solidFill>
            <a:srgbClr val="F87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1520" rIns="90000" bIns="-1152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68" name="TextBox 4"/>
          <p:cNvSpPr/>
          <p:nvPr/>
        </p:nvSpPr>
        <p:spPr>
          <a:xfrm>
            <a:off x="800280" y="1794600"/>
            <a:ext cx="2363040" cy="2181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FEF08A"/>
                </a:solidFill>
                <a:effectLst/>
                <a:uFillTx/>
                <a:latin typeface="Times New Roman"/>
              </a:rPr>
              <a:t>TRIẾT HỌC &amp; XÃ HỘI HỌC</a:t>
            </a:r>
            <a:endParaRPr lang="vi-VN" sz="1350" b="0" u="none" strike="noStrike">
              <a:solidFill>
                <a:srgbClr val="FFFFFF"/>
              </a:solidFill>
              <a:effectLst/>
              <a:uFillTx/>
              <a:latin typeface="Arial"/>
            </a:endParaRPr>
          </a:p>
        </p:txBody>
      </p:sp>
      <p:sp>
        <p:nvSpPr>
          <p:cNvPr id="69" name="TextBox 5"/>
          <p:cNvSpPr/>
          <p:nvPr/>
        </p:nvSpPr>
        <p:spPr>
          <a:xfrm>
            <a:off x="609480" y="2318760"/>
            <a:ext cx="10100160" cy="1504800"/>
          </a:xfrm>
          <a:prstGeom prst="rect">
            <a:avLst/>
          </a:prstGeom>
          <a:noFill/>
          <a:ln w="0">
            <a:noFill/>
          </a:ln>
        </p:spPr>
        <p:style>
          <a:lnRef idx="0"/>
          <a:fillRef idx="0"/>
          <a:effectRef idx="0"/>
          <a:fontRef idx="minor"/>
        </p:style>
        <p:txBody>
          <a:bodyPr lIns="0" tIns="0" rIns="0" bIns="0" anchor="t">
            <a:spAutoFit/>
          </a:bodyPr>
          <a:p>
            <a:pPr defTabSz="457200">
              <a:lnSpc>
                <a:spcPts val="4141"/>
              </a:lnSpc>
            </a:pPr>
            <a:r>
              <a:rPr lang="en-US" sz="3450" b="1" u="none" strike="noStrike">
                <a:solidFill>
                  <a:srgbClr val="FFFFFF"/>
                </a:solidFill>
                <a:effectLst/>
                <a:uFillTx/>
                <a:latin typeface="Times New Roman"/>
              </a:rPr>
              <a:t>KHÔNG KHOAN DUNG: MỘT HÌNH THỨC BẠO LỰC VÀ RÀO CẢN CỦA DÂN CHỦ THỰC SỰ</a:t>
            </a:r>
            <a:endParaRPr lang="vi-VN" sz="3450" b="0" u="none" strike="noStrike">
              <a:solidFill>
                <a:srgbClr val="FFFFFF"/>
              </a:solidFill>
              <a:effectLst/>
              <a:uFillTx/>
              <a:latin typeface="Arial"/>
            </a:endParaRPr>
          </a:p>
          <a:p>
            <a:pPr algn="r" defTabSz="457200">
              <a:lnSpc>
                <a:spcPts val="4141"/>
              </a:lnSpc>
            </a:pPr>
            <a:r>
              <a:rPr lang="vi-VN" sz="2000" b="1" u="none" strike="noStrike">
                <a:solidFill>
                  <a:srgbClr val="FFFFFF"/>
                </a:solidFill>
                <a:effectLst/>
                <a:uFillTx/>
                <a:latin typeface="Times New Roman"/>
              </a:rPr>
              <a:t>( Mahatma Gandhi )</a:t>
            </a:r>
            <a:endParaRPr lang="vi-VN" sz="2000" b="0" u="none" strike="noStrike">
              <a:solidFill>
                <a:srgbClr val="FFFFFF"/>
              </a:solidFill>
              <a:effectLst/>
              <a:uFillTx/>
              <a:latin typeface="Arial"/>
            </a:endParaRPr>
          </a:p>
        </p:txBody>
      </p:sp>
      <p:sp>
        <p:nvSpPr>
          <p:cNvPr id="70" name="TextBox 6"/>
          <p:cNvSpPr/>
          <p:nvPr/>
        </p:nvSpPr>
        <p:spPr>
          <a:xfrm>
            <a:off x="609480" y="3836160"/>
            <a:ext cx="8190360" cy="1173240"/>
          </a:xfrm>
          <a:prstGeom prst="rect">
            <a:avLst/>
          </a:prstGeom>
          <a:noFill/>
          <a:ln w="0">
            <a:noFill/>
          </a:ln>
        </p:spPr>
        <p:style>
          <a:lnRef idx="0"/>
          <a:fillRef idx="0"/>
          <a:effectRef idx="0"/>
          <a:fontRef idx="minor"/>
        </p:style>
        <p:txBody>
          <a:bodyPr lIns="0" tIns="0" rIns="0" bIns="0" anchor="t">
            <a:spAutoFit/>
          </a:bodyPr>
          <a:p>
            <a:pPr defTabSz="457200">
              <a:lnSpc>
                <a:spcPts val="2310"/>
              </a:lnSpc>
            </a:pPr>
            <a:r>
              <a:rPr lang="vi-VN" sz="1650" b="0" u="none" strike="noStrike">
                <a:solidFill>
                  <a:srgbClr val="FBCFE8"/>
                </a:solidFill>
                <a:effectLst/>
                <a:uFillTx/>
                <a:latin typeface="Times New Roman"/>
              </a:rPr>
              <a:t>Lớp : 9/9</a:t>
            </a:r>
            <a:endParaRPr lang="vi-VN" sz="1650" b="0" u="none" strike="noStrike">
              <a:solidFill>
                <a:srgbClr val="FFFFFF"/>
              </a:solidFill>
              <a:effectLst/>
              <a:uFillTx/>
              <a:latin typeface="Arial"/>
            </a:endParaRPr>
          </a:p>
          <a:p>
            <a:pPr defTabSz="457200">
              <a:lnSpc>
                <a:spcPts val="2310"/>
              </a:lnSpc>
            </a:pPr>
            <a:r>
              <a:rPr lang="vi-VN" sz="1650" b="0" u="none" strike="noStrike">
                <a:solidFill>
                  <a:srgbClr val="FBCFE8"/>
                </a:solidFill>
                <a:effectLst/>
                <a:uFillTx/>
                <a:latin typeface="Times New Roman"/>
              </a:rPr>
              <a:t>Nhóm : 3</a:t>
            </a:r>
            <a:endParaRPr lang="vi-VN" sz="1650" b="0" u="none" strike="noStrike">
              <a:solidFill>
                <a:srgbClr val="FFFFFF"/>
              </a:solidFill>
              <a:effectLst/>
              <a:uFillTx/>
              <a:latin typeface="Arial"/>
            </a:endParaRPr>
          </a:p>
          <a:p>
            <a:pPr defTabSz="457200">
              <a:lnSpc>
                <a:spcPts val="2310"/>
              </a:lnSpc>
            </a:pPr>
            <a:r>
              <a:rPr lang="vi-VN" sz="1650" b="0" u="none" strike="noStrike">
                <a:solidFill>
                  <a:srgbClr val="FBCFE8"/>
                </a:solidFill>
                <a:effectLst/>
                <a:uFillTx/>
                <a:latin typeface="Times New Roman"/>
              </a:rPr>
              <a:t>Tên : Nguyễn Phú Quí, Nguyễn Dương Bảo Châu, Nguyễn Minh Trung, Mai Phú Thành, Võ Gia Bảo, Nguyễn Nhật Út, Nguyễn Thị Kim Phượng.</a:t>
            </a:r>
            <a:endParaRPr lang="vi-VN" sz="1650" b="0" u="none" strike="noStrike">
              <a:solidFill>
                <a:srgbClr val="FFFFFF"/>
              </a:solidFill>
              <a:effectLst/>
              <a:uFillTx/>
              <a:latin typeface="Arial"/>
            </a:endParaRPr>
          </a:p>
        </p:txBody>
      </p:sp>
    </p:spTree>
  </p:cSld>
  <mc:AlternateContent>
    <mc:Choice Requires="p14">
      <p:transition spd="slow" p14:dur="4000">
        <p14:vortex/>
      </p:transition>
    </mc:Choice>
    <mc:Fallback>
      <p:transition spd="slow">
        <p:fade/>
      </p:transition>
    </mc:Fallback>
  </mc:AlternateContent>
  <p:timing>
    <p:tnLst>
      <p:par>
        <p:cTn id="8" dur="indefinite" restart="never" nodeType="tmRoot">
          <p:childTnLst>
            <p:seq>
              <p:cTn id="9" dur="indefinite" nodeType="mainSeq">
                <p:childTnLst>
                  <p:par>
                    <p:cTn id="10" fill="hold">
                      <p:stCondLst>
                        <p:cond delay="0"/>
                      </p:stCondLst>
                      <p:childTnLst>
                        <p:par>
                          <p:cTn id="11" fill="hold">
                            <p:stCondLst>
                              <p:cond delay="0"/>
                            </p:stCondLst>
                            <p:childTnLst>
                              <p:par>
                                <p:cTn id="12" presetID="2" presetClass="entr" fill="hold" nodeType="afterEffect" presetSubtype="1">
                                  <p:stCondLst>
                                    <p:cond delay="0"/>
                                  </p:stCondLst>
                                  <p:childTnLst>
                                    <p:set>
                                      <p:cBhvr>
                                        <p:cTn id="13" dur="1" fill="hold">
                                          <p:stCondLst>
                                            <p:cond delay="0"/>
                                          </p:stCondLst>
                                        </p:cTn>
                                        <p:tgtEl>
                                          <p:spTgt spid="66"/>
                                        </p:tgtEl>
                                        <p:attrNameLst>
                                          <p:attrName>style.visibility</p:attrName>
                                        </p:attrNameLst>
                                      </p:cBhvr>
                                      <p:to>
                                        <p:strVal val="visible"/>
                                      </p:to>
                                    </p:set>
                                    <p:anim calcmode="lin" valueType="num">
                                      <p:cBhvr additive="repl">
                                        <p:cTn id="14" dur="500" fill="hold"/>
                                        <p:tgtEl>
                                          <p:spTgt spid="66"/>
                                        </p:tgtEl>
                                        <p:attrNameLst>
                                          <p:attrName>ppt_x</p:attrName>
                                        </p:attrNameLst>
                                      </p:cBhvr>
                                      <p:tavLst>
                                        <p:tav>
                                          <p:val>
                                            <p:strVal val="#ppt_x"/>
                                          </p:val>
                                        </p:tav>
                                        <p:tav tm="100000">
                                          <p:val>
                                            <p:strVal val="#ppt_x"/>
                                          </p:val>
                                        </p:tav>
                                      </p:tavLst>
                                    </p:anim>
                                    <p:anim calcmode="lin" valueType="num">
                                      <p:cBhvr additive="repl">
                                        <p:cTn id="15" dur="500" fill="hold"/>
                                        <p:tgtEl>
                                          <p:spTgt spid="66"/>
                                        </p:tgtEl>
                                        <p:attrNameLst>
                                          <p:attrName>ppt_y</p:attrName>
                                        </p:attrNameLst>
                                      </p:cBhvr>
                                      <p:tavLst>
                                        <p:tav>
                                          <p:val>
                                            <p:strVal val="0-#ppt_h/2"/>
                                          </p:val>
                                        </p:tav>
                                        <p:tav tm="100000">
                                          <p:val>
                                            <p:strVal val="#ppt_y"/>
                                          </p:val>
                                        </p:tav>
                                      </p:tavLst>
                                    </p:anim>
                                  </p:childTnLst>
                                </p:cTn>
                              </p:par>
                            </p:childTnLst>
                          </p:cTn>
                        </p:par>
                        <p:par>
                          <p:cTn id="16" fill="hold">
                            <p:stCondLst>
                              <p:cond delay="500"/>
                            </p:stCondLst>
                            <p:childTnLst>
                              <p:par>
                                <p:cTn id="17" presetID="2" presetClass="entr" fill="hold" nodeType="afterEffect" presetSubtype="3">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additive="repl">
                                        <p:cTn id="19" dur="500" fill="hold"/>
                                        <p:tgtEl>
                                          <p:spTgt spid="68"/>
                                        </p:tgtEl>
                                        <p:attrNameLst>
                                          <p:attrName>ppt_x</p:attrName>
                                        </p:attrNameLst>
                                      </p:cBhvr>
                                      <p:tavLst>
                                        <p:tav>
                                          <p:val>
                                            <p:strVal val="1+#ppt_w/2"/>
                                          </p:val>
                                        </p:tav>
                                        <p:tav tm="100000">
                                          <p:val>
                                            <p:strVal val="#ppt_x"/>
                                          </p:val>
                                        </p:tav>
                                      </p:tavLst>
                                    </p:anim>
                                    <p:anim calcmode="lin" valueType="num">
                                      <p:cBhvr additive="repl">
                                        <p:cTn id="20" dur="500" fill="hold"/>
                                        <p:tgtEl>
                                          <p:spTgt spid="68"/>
                                        </p:tgtEl>
                                        <p:attrNameLst>
                                          <p:attrName>ppt_y</p:attrName>
                                        </p:attrNameLst>
                                      </p:cBhvr>
                                      <p:tavLst>
                                        <p:tav>
                                          <p:val>
                                            <p:strVal val="0-#ppt_h/2"/>
                                          </p:val>
                                        </p:tav>
                                        <p:tav tm="100000">
                                          <p:val>
                                            <p:strVal val="#ppt_y"/>
                                          </p:val>
                                        </p:tav>
                                      </p:tavLst>
                                    </p:anim>
                                  </p:childTnLst>
                                </p:cTn>
                              </p:par>
                            </p:childTnLst>
                          </p:cTn>
                        </p:par>
                        <p:par>
                          <p:cTn id="21" fill="hold">
                            <p:stCondLst>
                              <p:cond delay="1000"/>
                            </p:stCondLst>
                            <p:childTnLst>
                              <p:par>
                                <p:cTn id="22" presetID="2" presetClass="entr" fill="hold" nodeType="afterEffect" presetSubtype="9">
                                  <p:stCondLst>
                                    <p:cond delay="0"/>
                                  </p:stCondLst>
                                  <p:childTnLst>
                                    <p:set>
                                      <p:cBhvr>
                                        <p:cTn id="23" dur="1" fill="hold">
                                          <p:stCondLst>
                                            <p:cond delay="0"/>
                                          </p:stCondLst>
                                        </p:cTn>
                                        <p:tgtEl>
                                          <p:spTgt spid="69"/>
                                        </p:tgtEl>
                                        <p:attrNameLst>
                                          <p:attrName>style.visibility</p:attrName>
                                        </p:attrNameLst>
                                      </p:cBhvr>
                                      <p:to>
                                        <p:strVal val="visible"/>
                                      </p:to>
                                    </p:set>
                                    <p:anim calcmode="lin" valueType="num">
                                      <p:cBhvr additive="repl">
                                        <p:cTn id="24" dur="500" fill="hold"/>
                                        <p:tgtEl>
                                          <p:spTgt spid="69"/>
                                        </p:tgtEl>
                                        <p:attrNameLst>
                                          <p:attrName>ppt_x</p:attrName>
                                        </p:attrNameLst>
                                      </p:cBhvr>
                                      <p:tavLst>
                                        <p:tav>
                                          <p:val>
                                            <p:strVal val="0-#ppt_w/2"/>
                                          </p:val>
                                        </p:tav>
                                        <p:tav tm="100000">
                                          <p:val>
                                            <p:strVal val="#ppt_x"/>
                                          </p:val>
                                        </p:tav>
                                      </p:tavLst>
                                    </p:anim>
                                    <p:anim calcmode="lin" valueType="num">
                                      <p:cBhvr additive="repl">
                                        <p:cTn id="25" dur="500" fill="hold"/>
                                        <p:tgtEl>
                                          <p:spTgt spid="69"/>
                                        </p:tgtEl>
                                        <p:attrNameLst>
                                          <p:attrName>ppt_y</p:attrName>
                                        </p:attrNameLst>
                                      </p:cBhvr>
                                      <p:tavLst>
                                        <p:tav>
                                          <p:val>
                                            <p:strVal val="0-#ppt_h/2"/>
                                          </p:val>
                                        </p:tav>
                                        <p:tav tm="100000">
                                          <p:val>
                                            <p:strVal val="#ppt_y"/>
                                          </p:val>
                                        </p:tav>
                                      </p:tavLst>
                                    </p:anim>
                                  </p:childTnLst>
                                </p:cTn>
                              </p:par>
                            </p:childTnLst>
                          </p:cTn>
                        </p:par>
                        <p:par>
                          <p:cTn id="26" fill="hold">
                            <p:stCondLst>
                              <p:cond delay="1500"/>
                            </p:stCondLst>
                            <p:childTnLst>
                              <p:par>
                                <p:cTn id="27" presetID="2" presetClass="entr" fill="hold" nodeType="afterEffect" presetSubtype="1">
                                  <p:stCondLst>
                                    <p:cond delay="0"/>
                                  </p:stCondLst>
                                  <p:childTnLst>
                                    <p:set>
                                      <p:cBhvr>
                                        <p:cTn id="28" dur="1" fill="hold">
                                          <p:stCondLst>
                                            <p:cond delay="0"/>
                                          </p:stCondLst>
                                        </p:cTn>
                                        <p:tgtEl>
                                          <p:spTgt spid="70"/>
                                        </p:tgtEl>
                                        <p:attrNameLst>
                                          <p:attrName>style.visibility</p:attrName>
                                        </p:attrNameLst>
                                      </p:cBhvr>
                                      <p:to>
                                        <p:strVal val="visible"/>
                                      </p:to>
                                    </p:set>
                                    <p:anim calcmode="lin" valueType="num">
                                      <p:cBhvr additive="repl">
                                        <p:cTn id="29" dur="500" fill="hold"/>
                                        <p:tgtEl>
                                          <p:spTgt spid="70"/>
                                        </p:tgtEl>
                                        <p:attrNameLst>
                                          <p:attrName>ppt_x</p:attrName>
                                        </p:attrNameLst>
                                      </p:cBhvr>
                                      <p:tavLst>
                                        <p:tav>
                                          <p:val>
                                            <p:strVal val="#ppt_x"/>
                                          </p:val>
                                        </p:tav>
                                        <p:tav tm="100000">
                                          <p:val>
                                            <p:strVal val="#ppt_x"/>
                                          </p:val>
                                        </p:tav>
                                      </p:tavLst>
                                    </p:anim>
                                    <p:anim calcmode="lin" valueType="num">
                                      <p:cBhvr additive="repl">
                                        <p:cTn id="30" dur="500" fill="hold"/>
                                        <p:tgtEl>
                                          <p:spTgt spid="70"/>
                                        </p:tgtEl>
                                        <p:attrNameLst>
                                          <p:attrName>ppt_y</p:attrName>
                                        </p:attrNameLst>
                                      </p:cBhvr>
                                      <p:tavLst>
                                        <p:tav>
                                          <p:val>
                                            <p:strVal val="0-#ppt_h/2"/>
                                          </p:val>
                                        </p:tav>
                                        <p:tav tm="100000">
                                          <p:val>
                                            <p:strVal val="#ppt_y"/>
                                          </p:val>
                                        </p:tav>
                                      </p:tavLst>
                                    </p:anim>
                                  </p:childTnLst>
                                </p:cTn>
                              </p:par>
                            </p:childTnLst>
                          </p:cTn>
                        </p:par>
                        <p:par>
                          <p:cTn id="31" fill="hold">
                            <p:stCondLst>
                              <p:cond delay="2000"/>
                            </p:stCondLst>
                            <p:childTnLst>
                              <p:par>
                                <p:cTn id="32" presetID="2" presetClass="entr" fill="hold" nodeType="afterEffect" presetSubtype="2">
                                  <p:stCondLst>
                                    <p:cond delay="0"/>
                                  </p:stCondLst>
                                  <p:childTnLst>
                                    <p:set>
                                      <p:cBhvr>
                                        <p:cTn id="33" dur="1" fill="hold">
                                          <p:stCondLst>
                                            <p:cond delay="0"/>
                                          </p:stCondLst>
                                        </p:cTn>
                                        <p:tgtEl>
                                          <p:spTgt spid="67"/>
                                        </p:tgtEl>
                                        <p:attrNameLst>
                                          <p:attrName>style.visibility</p:attrName>
                                        </p:attrNameLst>
                                      </p:cBhvr>
                                      <p:to>
                                        <p:strVal val="visible"/>
                                      </p:to>
                                    </p:set>
                                    <p:anim calcmode="lin" valueType="num">
                                      <p:cBhvr additive="repl">
                                        <p:cTn id="34" dur="500" fill="hold"/>
                                        <p:tgtEl>
                                          <p:spTgt spid="67"/>
                                        </p:tgtEl>
                                        <p:attrNameLst>
                                          <p:attrName>ppt_x</p:attrName>
                                        </p:attrNameLst>
                                      </p:cBhvr>
                                      <p:tavLst>
                                        <p:tav>
                                          <p:val>
                                            <p:strVal val="1+#ppt_w/2"/>
                                          </p:val>
                                        </p:tav>
                                        <p:tav tm="100000">
                                          <p:val>
                                            <p:strVal val="#ppt_x"/>
                                          </p:val>
                                        </p:tav>
                                      </p:tavLst>
                                    </p:anim>
                                    <p:anim calcmode="lin" valueType="num">
                                      <p:cBhvr additive="repl">
                                        <p:cTn id="35" dur="500" fill="hold"/>
                                        <p:tgtEl>
                                          <p:spTgt spid="67"/>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71" name="Picture 1" descr="image.png"/>
          <p:cNvPicPr/>
          <p:nvPr/>
        </p:nvPicPr>
        <p:blipFill>
          <a:blip r:embed="rId1"/>
          <a:stretch/>
        </p:blipFill>
        <p:spPr>
          <a:xfrm>
            <a:off x="0" y="0"/>
            <a:ext cx="12191040" cy="6856920"/>
          </a:xfrm>
          <a:prstGeom prst="rect">
            <a:avLst/>
          </a:prstGeom>
          <a:noFill/>
          <a:ln w="0">
            <a:noFill/>
          </a:ln>
        </p:spPr>
      </p:pic>
      <p:sp>
        <p:nvSpPr>
          <p:cNvPr id="72" name="Rectangle 2"/>
          <p:cNvSpPr/>
          <p:nvPr/>
        </p:nvSpPr>
        <p:spPr>
          <a:xfrm>
            <a:off x="653760" y="1680480"/>
            <a:ext cx="10971720" cy="757080"/>
          </a:xfrm>
          <a:prstGeom prst="rect">
            <a:avLst/>
          </a:prstGeom>
          <a:solidFill>
            <a:srgbClr val="FEFC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3" name="Rectangle 3"/>
          <p:cNvSpPr/>
          <p:nvPr/>
        </p:nvSpPr>
        <p:spPr>
          <a:xfrm>
            <a:off x="653760" y="2618640"/>
            <a:ext cx="10971720" cy="765720"/>
          </a:xfrm>
          <a:prstGeom prst="rect">
            <a:avLst/>
          </a:prstGeom>
          <a:solidFill>
            <a:srgbClr val="FEFC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4" name="Rectangle 4"/>
          <p:cNvSpPr/>
          <p:nvPr/>
        </p:nvSpPr>
        <p:spPr>
          <a:xfrm>
            <a:off x="596880" y="3580560"/>
            <a:ext cx="10971720" cy="684720"/>
          </a:xfrm>
          <a:prstGeom prst="rect">
            <a:avLst/>
          </a:prstGeom>
          <a:solidFill>
            <a:srgbClr val="FEFC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5" name="Rectangle 5"/>
          <p:cNvSpPr/>
          <p:nvPr/>
        </p:nvSpPr>
        <p:spPr>
          <a:xfrm>
            <a:off x="653760" y="4490280"/>
            <a:ext cx="10971720" cy="713160"/>
          </a:xfrm>
          <a:prstGeom prst="rect">
            <a:avLst/>
          </a:prstGeom>
          <a:solidFill>
            <a:srgbClr val="FEFC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6" name="Rectangle 6"/>
          <p:cNvSpPr/>
          <p:nvPr/>
        </p:nvSpPr>
        <p:spPr>
          <a:xfrm>
            <a:off x="653760" y="5495040"/>
            <a:ext cx="10971720" cy="723600"/>
          </a:xfrm>
          <a:prstGeom prst="rect">
            <a:avLst/>
          </a:prstGeom>
          <a:solidFill>
            <a:srgbClr val="FEFC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7" name="Rectangle 7"/>
          <p:cNvSpPr/>
          <p:nvPr/>
        </p:nvSpPr>
        <p:spPr>
          <a:xfrm flipH="1">
            <a:off x="596160" y="1679040"/>
            <a:ext cx="56160" cy="781560"/>
          </a:xfrm>
          <a:prstGeom prst="rect">
            <a:avLst/>
          </a:prstGeom>
          <a:solidFill>
            <a:srgbClr val="A21CA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8080" tIns="45000" rIns="2808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8" name="Rectangle 8"/>
          <p:cNvSpPr/>
          <p:nvPr/>
        </p:nvSpPr>
        <p:spPr>
          <a:xfrm>
            <a:off x="608040" y="2621880"/>
            <a:ext cx="44640" cy="781560"/>
          </a:xfrm>
          <a:prstGeom prst="rect">
            <a:avLst/>
          </a:prstGeom>
          <a:solidFill>
            <a:srgbClr val="7E22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320" tIns="45000" rIns="2232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9" name="Rectangle 9"/>
          <p:cNvSpPr/>
          <p:nvPr/>
        </p:nvSpPr>
        <p:spPr>
          <a:xfrm>
            <a:off x="596880" y="3604320"/>
            <a:ext cx="56160" cy="680040"/>
          </a:xfrm>
          <a:prstGeom prst="rect">
            <a:avLst/>
          </a:prstGeom>
          <a:solidFill>
            <a:srgbClr val="A21CA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8080" tIns="45000" rIns="2808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0" name="Rectangle 10"/>
          <p:cNvSpPr/>
          <p:nvPr/>
        </p:nvSpPr>
        <p:spPr>
          <a:xfrm>
            <a:off x="596880" y="4461840"/>
            <a:ext cx="56160" cy="708480"/>
          </a:xfrm>
          <a:prstGeom prst="rect">
            <a:avLst/>
          </a:prstGeom>
          <a:solidFill>
            <a:srgbClr val="7E22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8080" tIns="45000" rIns="2808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1" name="Rectangle 11"/>
          <p:cNvSpPr/>
          <p:nvPr/>
        </p:nvSpPr>
        <p:spPr>
          <a:xfrm>
            <a:off x="596880" y="5490360"/>
            <a:ext cx="56160" cy="713160"/>
          </a:xfrm>
          <a:prstGeom prst="rect">
            <a:avLst/>
          </a:prstGeom>
          <a:solidFill>
            <a:srgbClr val="A21CA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8080" tIns="45000" rIns="2808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2" name="TextBox 12"/>
          <p:cNvSpPr/>
          <p:nvPr/>
        </p:nvSpPr>
        <p:spPr>
          <a:xfrm>
            <a:off x="609480" y="533520"/>
            <a:ext cx="11581200" cy="19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1" u="none" strike="noStrike">
                <a:solidFill>
                  <a:srgbClr val="BE185D"/>
                </a:solidFill>
                <a:effectLst/>
                <a:uFillTx/>
                <a:latin typeface="Times New Roman"/>
              </a:rPr>
              <a:t>CẤU TRÚC BÀI THUYẾT TRÌNH</a:t>
            </a:r>
            <a:endParaRPr lang="vi-VN" sz="1350" b="0" u="none" strike="noStrike">
              <a:solidFill>
                <a:srgbClr val="000000"/>
              </a:solidFill>
              <a:effectLst/>
              <a:uFillTx/>
              <a:latin typeface="Arial"/>
            </a:endParaRPr>
          </a:p>
        </p:txBody>
      </p:sp>
      <p:sp>
        <p:nvSpPr>
          <p:cNvPr id="83" name="TextBox 13"/>
          <p:cNvSpPr/>
          <p:nvPr/>
        </p:nvSpPr>
        <p:spPr>
          <a:xfrm>
            <a:off x="609480" y="80964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MỤC LỤC NỘI DUNG CHÍNH</a:t>
            </a:r>
            <a:endParaRPr lang="vi-VN" sz="2700" b="0" u="none" strike="noStrike">
              <a:solidFill>
                <a:srgbClr val="000000"/>
              </a:solidFill>
              <a:effectLst/>
              <a:uFillTx/>
              <a:latin typeface="Arial"/>
            </a:endParaRPr>
          </a:p>
        </p:txBody>
      </p:sp>
      <p:sp>
        <p:nvSpPr>
          <p:cNvPr id="84" name="TextBox 14"/>
          <p:cNvSpPr/>
          <p:nvPr/>
        </p:nvSpPr>
        <p:spPr>
          <a:xfrm>
            <a:off x="869760" y="1939320"/>
            <a:ext cx="242640" cy="291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00" b="1" u="none" strike="noStrike">
                <a:solidFill>
                  <a:srgbClr val="C026D3"/>
                </a:solidFill>
                <a:effectLst/>
                <a:uFillTx/>
                <a:latin typeface="Times New Roman"/>
              </a:rPr>
              <a:t>01</a:t>
            </a:r>
            <a:endParaRPr lang="vi-VN" sz="1900" b="0" u="none" strike="noStrike">
              <a:solidFill>
                <a:srgbClr val="000000"/>
              </a:solidFill>
              <a:effectLst/>
              <a:uFillTx/>
              <a:latin typeface="Arial"/>
            </a:endParaRPr>
          </a:p>
        </p:txBody>
      </p:sp>
      <p:sp>
        <p:nvSpPr>
          <p:cNvPr id="85" name="TextBox 15"/>
          <p:cNvSpPr/>
          <p:nvPr/>
        </p:nvSpPr>
        <p:spPr>
          <a:xfrm>
            <a:off x="1441080" y="1958400"/>
            <a:ext cx="5944320" cy="291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00" b="1" u="none" strike="noStrike">
                <a:solidFill>
                  <a:srgbClr val="3B0764"/>
                </a:solidFill>
                <a:effectLst/>
                <a:uFillTx/>
                <a:latin typeface="Times New Roman"/>
              </a:rPr>
              <a:t>Phần 1: Bản chất và khái niệm của sự không khoan dung</a:t>
            </a:r>
            <a:endParaRPr lang="vi-VN" sz="1900" b="0" u="none" strike="noStrike">
              <a:solidFill>
                <a:srgbClr val="000000"/>
              </a:solidFill>
              <a:effectLst/>
              <a:uFillTx/>
              <a:latin typeface="Arial"/>
            </a:endParaRPr>
          </a:p>
        </p:txBody>
      </p:sp>
      <p:sp>
        <p:nvSpPr>
          <p:cNvPr id="86" name="TextBox 16"/>
          <p:cNvSpPr/>
          <p:nvPr/>
        </p:nvSpPr>
        <p:spPr>
          <a:xfrm>
            <a:off x="882360" y="2851920"/>
            <a:ext cx="242640" cy="291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00" b="1" u="none" strike="noStrike">
                <a:solidFill>
                  <a:srgbClr val="7E22CE"/>
                </a:solidFill>
                <a:effectLst/>
                <a:uFillTx/>
                <a:latin typeface="Times New Roman"/>
              </a:rPr>
              <a:t>02</a:t>
            </a:r>
            <a:endParaRPr lang="vi-VN" sz="1900" b="0" u="none" strike="noStrike">
              <a:solidFill>
                <a:srgbClr val="000000"/>
              </a:solidFill>
              <a:effectLst/>
              <a:uFillTx/>
              <a:latin typeface="Arial"/>
            </a:endParaRPr>
          </a:p>
        </p:txBody>
      </p:sp>
      <p:sp>
        <p:nvSpPr>
          <p:cNvPr id="87" name="TextBox 17"/>
          <p:cNvSpPr/>
          <p:nvPr/>
        </p:nvSpPr>
        <p:spPr>
          <a:xfrm>
            <a:off x="1454040" y="2871000"/>
            <a:ext cx="6736320" cy="291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00" b="1" u="none" strike="noStrike">
                <a:solidFill>
                  <a:srgbClr val="3B0764"/>
                </a:solidFill>
                <a:effectLst/>
                <a:uFillTx/>
                <a:latin typeface="Times New Roman"/>
              </a:rPr>
              <a:t>Phần 2: Không khoan dung như một hình thức bạo lực tinh thần</a:t>
            </a:r>
            <a:endParaRPr lang="vi-VN" sz="1900" b="0" u="none" strike="noStrike">
              <a:solidFill>
                <a:srgbClr val="000000"/>
              </a:solidFill>
              <a:effectLst/>
              <a:uFillTx/>
              <a:latin typeface="Arial"/>
            </a:endParaRPr>
          </a:p>
        </p:txBody>
      </p:sp>
      <p:sp>
        <p:nvSpPr>
          <p:cNvPr id="88" name="TextBox 18"/>
          <p:cNvSpPr/>
          <p:nvPr/>
        </p:nvSpPr>
        <p:spPr>
          <a:xfrm>
            <a:off x="882360" y="3701520"/>
            <a:ext cx="242640" cy="291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00" b="1" u="none" strike="noStrike">
                <a:solidFill>
                  <a:srgbClr val="C026D3"/>
                </a:solidFill>
                <a:effectLst/>
                <a:uFillTx/>
                <a:latin typeface="Times New Roman"/>
              </a:rPr>
              <a:t>03</a:t>
            </a:r>
            <a:endParaRPr lang="vi-VN" sz="1900" b="0" u="none" strike="noStrike">
              <a:solidFill>
                <a:srgbClr val="000000"/>
              </a:solidFill>
              <a:effectLst/>
              <a:uFillTx/>
              <a:latin typeface="Arial"/>
            </a:endParaRPr>
          </a:p>
        </p:txBody>
      </p:sp>
      <p:sp>
        <p:nvSpPr>
          <p:cNvPr id="89" name="TextBox 19"/>
          <p:cNvSpPr/>
          <p:nvPr/>
        </p:nvSpPr>
        <p:spPr>
          <a:xfrm>
            <a:off x="1454040" y="3720600"/>
            <a:ext cx="6234480" cy="291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00" b="1" u="none" strike="noStrike">
                <a:solidFill>
                  <a:srgbClr val="3B0764"/>
                </a:solidFill>
                <a:effectLst/>
                <a:uFillTx/>
                <a:latin typeface="Times New Roman"/>
              </a:rPr>
              <a:t>Phần 3: Trở ngại trực tiếp đối với tinh thần dân chủ thực sự</a:t>
            </a:r>
            <a:endParaRPr lang="vi-VN" sz="1900" b="0" u="none" strike="noStrike">
              <a:solidFill>
                <a:srgbClr val="000000"/>
              </a:solidFill>
              <a:effectLst/>
              <a:uFillTx/>
              <a:latin typeface="Arial"/>
            </a:endParaRPr>
          </a:p>
        </p:txBody>
      </p:sp>
      <p:sp>
        <p:nvSpPr>
          <p:cNvPr id="90" name="TextBox 20"/>
          <p:cNvSpPr/>
          <p:nvPr/>
        </p:nvSpPr>
        <p:spPr>
          <a:xfrm>
            <a:off x="882360" y="4674960"/>
            <a:ext cx="242640" cy="291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00" b="1" u="none" strike="noStrike">
                <a:solidFill>
                  <a:srgbClr val="7E22CE"/>
                </a:solidFill>
                <a:effectLst/>
                <a:uFillTx/>
                <a:latin typeface="Times New Roman"/>
              </a:rPr>
              <a:t>04</a:t>
            </a:r>
            <a:endParaRPr lang="vi-VN" sz="1900" b="0" u="none" strike="noStrike">
              <a:solidFill>
                <a:srgbClr val="000000"/>
              </a:solidFill>
              <a:effectLst/>
              <a:uFillTx/>
              <a:latin typeface="Arial"/>
            </a:endParaRPr>
          </a:p>
        </p:txBody>
      </p:sp>
      <p:sp>
        <p:nvSpPr>
          <p:cNvPr id="91" name="TextBox 21"/>
          <p:cNvSpPr/>
          <p:nvPr/>
        </p:nvSpPr>
        <p:spPr>
          <a:xfrm>
            <a:off x="1454040" y="4694040"/>
            <a:ext cx="6057000" cy="291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00" b="1" u="none" strike="noStrike">
                <a:solidFill>
                  <a:srgbClr val="3B0764"/>
                </a:solidFill>
                <a:effectLst/>
                <a:uFillTx/>
                <a:latin typeface="Times New Roman"/>
              </a:rPr>
              <a:t>Phần 4: Biểu hiện và tác hại trong đời sống xã hội hiện đại</a:t>
            </a:r>
            <a:endParaRPr lang="vi-VN" sz="1900" b="0" u="none" strike="noStrike">
              <a:solidFill>
                <a:srgbClr val="000000"/>
              </a:solidFill>
              <a:effectLst/>
              <a:uFillTx/>
              <a:latin typeface="Arial"/>
            </a:endParaRPr>
          </a:p>
        </p:txBody>
      </p:sp>
      <p:sp>
        <p:nvSpPr>
          <p:cNvPr id="92" name="TextBox 22"/>
          <p:cNvSpPr/>
          <p:nvPr/>
        </p:nvSpPr>
        <p:spPr>
          <a:xfrm>
            <a:off x="882360" y="5771520"/>
            <a:ext cx="229680" cy="275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C026D3"/>
                </a:solidFill>
                <a:effectLst/>
                <a:uFillTx/>
                <a:latin typeface="Times New Roman"/>
              </a:rPr>
              <a:t>05</a:t>
            </a:r>
            <a:endParaRPr lang="vi-VN" sz="1800" b="0" u="none" strike="noStrike">
              <a:solidFill>
                <a:srgbClr val="000000"/>
              </a:solidFill>
              <a:effectLst/>
              <a:uFillTx/>
              <a:latin typeface="Arial"/>
            </a:endParaRPr>
          </a:p>
        </p:txBody>
      </p:sp>
      <p:sp>
        <p:nvSpPr>
          <p:cNvPr id="93" name="TextBox 23"/>
          <p:cNvSpPr/>
          <p:nvPr/>
        </p:nvSpPr>
        <p:spPr>
          <a:xfrm>
            <a:off x="1404720" y="5776200"/>
            <a:ext cx="6318000" cy="275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3B0764"/>
                </a:solidFill>
                <a:effectLst/>
                <a:uFillTx/>
                <a:latin typeface="Times New Roman"/>
              </a:rPr>
              <a:t>Phần 5: Giải pháp nuôi dưỡng tinh thần khoan dung và dân chủ</a:t>
            </a:r>
            <a:endParaRPr lang="vi-VN" sz="1800" b="0" u="none" strike="noStrike">
              <a:solidFill>
                <a:srgbClr val="000000"/>
              </a:solidFill>
              <a:effectLst/>
              <a:uFillTx/>
              <a:latin typeface="Arial"/>
            </a:endParaRPr>
          </a:p>
        </p:txBody>
      </p:sp>
    </p:spTree>
  </p:cSld>
  <mc:AlternateContent>
    <mc:Choice Requires="p14">
      <p:transition spd="slow" p14:dur="1500">
        <p:split dir="out" orient="vert"/>
      </p:transition>
    </mc:Choice>
    <mc:Fallback>
      <p:transition spd="slow">
        <p:split dir="out" orient="vert"/>
      </p:transition>
    </mc:Fallback>
  </mc:AlternateContent>
  <p:timing>
    <p:tnLst>
      <p:par>
        <p:cTn id="36" dur="indefinite" restart="never" nodeType="tmRoot">
          <p:childTnLst>
            <p:seq>
              <p:cTn id="37" dur="indefinite" nodeType="mainSeq">
                <p:childTnLst>
                  <p:par>
                    <p:cTn id="38" fill="hold">
                      <p:stCondLst>
                        <p:cond delay="0"/>
                      </p:stCondLst>
                      <p:childTnLst>
                        <p:par>
                          <p:cTn id="39" fill="hold">
                            <p:stCondLst>
                              <p:cond delay="0"/>
                            </p:stCondLst>
                            <p:childTnLst>
                              <p:par>
                                <p:cTn id="40" presetID="2" presetClass="entr" fill="hold" nodeType="afterEffect" presetSubtype="4">
                                  <p:stCondLst>
                                    <p:cond delay="0"/>
                                  </p:stCondLst>
                                  <p:childTnLst>
                                    <p:set>
                                      <p:cBhvr>
                                        <p:cTn id="41" dur="1" fill="hold">
                                          <p:stCondLst>
                                            <p:cond delay="0"/>
                                          </p:stCondLst>
                                        </p:cTn>
                                        <p:tgtEl>
                                          <p:spTgt spid="82"/>
                                        </p:tgtEl>
                                        <p:attrNameLst>
                                          <p:attrName>style.visibility</p:attrName>
                                        </p:attrNameLst>
                                      </p:cBhvr>
                                      <p:to>
                                        <p:strVal val="visible"/>
                                      </p:to>
                                    </p:set>
                                    <p:anim calcmode="lin" valueType="num">
                                      <p:cBhvr additive="repl">
                                        <p:cTn id="42" dur="500" fill="hold"/>
                                        <p:tgtEl>
                                          <p:spTgt spid="82"/>
                                        </p:tgtEl>
                                        <p:attrNameLst>
                                          <p:attrName>ppt_x</p:attrName>
                                        </p:attrNameLst>
                                      </p:cBhvr>
                                      <p:tavLst>
                                        <p:tav>
                                          <p:val>
                                            <p:strVal val="#ppt_x"/>
                                          </p:val>
                                        </p:tav>
                                        <p:tav tm="100000">
                                          <p:val>
                                            <p:strVal val="#ppt_x"/>
                                          </p:val>
                                        </p:tav>
                                      </p:tavLst>
                                    </p:anim>
                                    <p:anim calcmode="lin" valueType="num">
                                      <p:cBhvr additive="repl">
                                        <p:cTn id="43" dur="500" fill="hold"/>
                                        <p:tgtEl>
                                          <p:spTgt spid="82"/>
                                        </p:tgtEl>
                                        <p:attrNameLst>
                                          <p:attrName>ppt_y</p:attrName>
                                        </p:attrNameLst>
                                      </p:cBhvr>
                                      <p:tavLst>
                                        <p:tav>
                                          <p:val>
                                            <p:strVal val="1+#ppt_h/2"/>
                                          </p:val>
                                        </p:tav>
                                        <p:tav tm="100000">
                                          <p:val>
                                            <p:strVal val="#ppt_y"/>
                                          </p:val>
                                        </p:tav>
                                      </p:tavLst>
                                    </p:anim>
                                  </p:childTnLst>
                                </p:cTn>
                              </p:par>
                              <p:par>
                                <p:cTn id="44" presetID="2" presetClass="entr" fill="hold" nodeType="withEffect" presetSubtype="6">
                                  <p:stCondLst>
                                    <p:cond delay="0"/>
                                  </p:stCondLst>
                                  <p:childTnLst>
                                    <p:set>
                                      <p:cBhvr>
                                        <p:cTn id="45" dur="1" fill="hold">
                                          <p:stCondLst>
                                            <p:cond delay="0"/>
                                          </p:stCondLst>
                                        </p:cTn>
                                        <p:tgtEl>
                                          <p:spTgt spid="83"/>
                                        </p:tgtEl>
                                        <p:attrNameLst>
                                          <p:attrName>style.visibility</p:attrName>
                                        </p:attrNameLst>
                                      </p:cBhvr>
                                      <p:to>
                                        <p:strVal val="visible"/>
                                      </p:to>
                                    </p:set>
                                    <p:anim calcmode="lin" valueType="num">
                                      <p:cBhvr additive="repl">
                                        <p:cTn id="46" dur="500" fill="hold"/>
                                        <p:tgtEl>
                                          <p:spTgt spid="83"/>
                                        </p:tgtEl>
                                        <p:attrNameLst>
                                          <p:attrName>ppt_x</p:attrName>
                                        </p:attrNameLst>
                                      </p:cBhvr>
                                      <p:tavLst>
                                        <p:tav>
                                          <p:val>
                                            <p:strVal val="1+#ppt_w/2"/>
                                          </p:val>
                                        </p:tav>
                                        <p:tav tm="100000">
                                          <p:val>
                                            <p:strVal val="#ppt_x"/>
                                          </p:val>
                                        </p:tav>
                                      </p:tavLst>
                                    </p:anim>
                                    <p:anim calcmode="lin" valueType="num">
                                      <p:cBhvr additive="repl">
                                        <p:cTn id="47" dur="500" fill="hold"/>
                                        <p:tgtEl>
                                          <p:spTgt spid="83"/>
                                        </p:tgtEl>
                                        <p:attrNameLst>
                                          <p:attrName>ppt_y</p:attrName>
                                        </p:attrNameLst>
                                      </p:cBhvr>
                                      <p:tavLst>
                                        <p:tav>
                                          <p:val>
                                            <p:strVal val="1+#ppt_h/2"/>
                                          </p:val>
                                        </p:tav>
                                        <p:tav tm="100000">
                                          <p:val>
                                            <p:strVal val="#ppt_y"/>
                                          </p:val>
                                        </p:tav>
                                      </p:tavLst>
                                    </p:anim>
                                  </p:childTnLst>
                                </p:cTn>
                              </p:par>
                            </p:childTnLst>
                          </p:cTn>
                        </p:par>
                        <p:par>
                          <p:cTn id="48" fill="hold">
                            <p:stCondLst>
                              <p:cond delay="500"/>
                            </p:stCondLst>
                            <p:childTnLst>
                              <p:par>
                                <p:cTn id="49" presetID="2" presetClass="entr" fill="hold" nodeType="afterEffect" presetSubtype="8">
                                  <p:stCondLst>
                                    <p:cond delay="0"/>
                                  </p:stCondLst>
                                  <p:childTnLst>
                                    <p:set>
                                      <p:cBhvr>
                                        <p:cTn id="50" dur="1" fill="hold">
                                          <p:stCondLst>
                                            <p:cond delay="0"/>
                                          </p:stCondLst>
                                        </p:cTn>
                                        <p:tgtEl>
                                          <p:spTgt spid="77"/>
                                        </p:tgtEl>
                                        <p:attrNameLst>
                                          <p:attrName>style.visibility</p:attrName>
                                        </p:attrNameLst>
                                      </p:cBhvr>
                                      <p:to>
                                        <p:strVal val="visible"/>
                                      </p:to>
                                    </p:set>
                                    <p:anim calcmode="lin" valueType="num">
                                      <p:cBhvr additive="repl">
                                        <p:cTn id="51" dur="500" fill="hold"/>
                                        <p:tgtEl>
                                          <p:spTgt spid="77"/>
                                        </p:tgtEl>
                                        <p:attrNameLst>
                                          <p:attrName>ppt_x</p:attrName>
                                        </p:attrNameLst>
                                      </p:cBhvr>
                                      <p:tavLst>
                                        <p:tav>
                                          <p:val>
                                            <p:strVal val="0-#ppt_w/2"/>
                                          </p:val>
                                        </p:tav>
                                        <p:tav tm="100000">
                                          <p:val>
                                            <p:strVal val="#ppt_x"/>
                                          </p:val>
                                        </p:tav>
                                      </p:tavLst>
                                    </p:anim>
                                    <p:anim calcmode="lin" valueType="num">
                                      <p:cBhvr additive="repl">
                                        <p:cTn id="52" dur="500" fill="hold"/>
                                        <p:tgtEl>
                                          <p:spTgt spid="77"/>
                                        </p:tgtEl>
                                        <p:attrNameLst>
                                          <p:attrName>ppt_y</p:attrName>
                                        </p:attrNameLst>
                                      </p:cBhvr>
                                      <p:tavLst>
                                        <p:tav>
                                          <p:val>
                                            <p:strVal val="#ppt_y"/>
                                          </p:val>
                                        </p:tav>
                                        <p:tav tm="100000">
                                          <p:val>
                                            <p:strVal val="#ppt_y"/>
                                          </p:val>
                                        </p:tav>
                                      </p:tavLst>
                                    </p:anim>
                                  </p:childTnLst>
                                </p:cTn>
                              </p:par>
                            </p:childTnLst>
                          </p:cTn>
                        </p:par>
                        <p:par>
                          <p:cTn id="53" fill="hold">
                            <p:stCondLst>
                              <p:cond delay="1000"/>
                            </p:stCondLst>
                            <p:childTnLst>
                              <p:par>
                                <p:cTn id="54" presetID="2" presetClass="entr" fill="hold" nodeType="afterEffect" presetSubtype="3">
                                  <p:stCondLst>
                                    <p:cond delay="0"/>
                                  </p:stCondLst>
                                  <p:childTnLst>
                                    <p:set>
                                      <p:cBhvr>
                                        <p:cTn id="55" dur="1" fill="hold">
                                          <p:stCondLst>
                                            <p:cond delay="0"/>
                                          </p:stCondLst>
                                        </p:cTn>
                                        <p:tgtEl>
                                          <p:spTgt spid="84"/>
                                        </p:tgtEl>
                                        <p:attrNameLst>
                                          <p:attrName>style.visibility</p:attrName>
                                        </p:attrNameLst>
                                      </p:cBhvr>
                                      <p:to>
                                        <p:strVal val="visible"/>
                                      </p:to>
                                    </p:set>
                                    <p:anim calcmode="lin" valueType="num">
                                      <p:cBhvr additive="repl">
                                        <p:cTn id="56" dur="500" fill="hold"/>
                                        <p:tgtEl>
                                          <p:spTgt spid="84"/>
                                        </p:tgtEl>
                                        <p:attrNameLst>
                                          <p:attrName>ppt_x</p:attrName>
                                        </p:attrNameLst>
                                      </p:cBhvr>
                                      <p:tavLst>
                                        <p:tav>
                                          <p:val>
                                            <p:strVal val="1+#ppt_w/2"/>
                                          </p:val>
                                        </p:tav>
                                        <p:tav tm="100000">
                                          <p:val>
                                            <p:strVal val="#ppt_x"/>
                                          </p:val>
                                        </p:tav>
                                      </p:tavLst>
                                    </p:anim>
                                    <p:anim calcmode="lin" valueType="num">
                                      <p:cBhvr additive="repl">
                                        <p:cTn id="57" dur="500" fill="hold"/>
                                        <p:tgtEl>
                                          <p:spTgt spid="84"/>
                                        </p:tgtEl>
                                        <p:attrNameLst>
                                          <p:attrName>ppt_y</p:attrName>
                                        </p:attrNameLst>
                                      </p:cBhvr>
                                      <p:tavLst>
                                        <p:tav>
                                          <p:val>
                                            <p:strVal val="0-#ppt_h/2"/>
                                          </p:val>
                                        </p:tav>
                                        <p:tav tm="100000">
                                          <p:val>
                                            <p:strVal val="#ppt_y"/>
                                          </p:val>
                                        </p:tav>
                                      </p:tavLst>
                                    </p:anim>
                                  </p:childTnLst>
                                </p:cTn>
                              </p:par>
                              <p:par>
                                <p:cTn id="58" presetID="2" presetClass="entr" fill="hold" nodeType="withEffect" presetSubtype="8">
                                  <p:stCondLst>
                                    <p:cond delay="0"/>
                                  </p:stCondLst>
                                  <p:childTnLst>
                                    <p:set>
                                      <p:cBhvr>
                                        <p:cTn id="59" dur="1" fill="hold">
                                          <p:stCondLst>
                                            <p:cond delay="0"/>
                                          </p:stCondLst>
                                        </p:cTn>
                                        <p:tgtEl>
                                          <p:spTgt spid="85"/>
                                        </p:tgtEl>
                                        <p:attrNameLst>
                                          <p:attrName>style.visibility</p:attrName>
                                        </p:attrNameLst>
                                      </p:cBhvr>
                                      <p:to>
                                        <p:strVal val="visible"/>
                                      </p:to>
                                    </p:set>
                                    <p:anim calcmode="lin" valueType="num">
                                      <p:cBhvr additive="repl">
                                        <p:cTn id="60" dur="500" fill="hold"/>
                                        <p:tgtEl>
                                          <p:spTgt spid="85"/>
                                        </p:tgtEl>
                                        <p:attrNameLst>
                                          <p:attrName>ppt_x</p:attrName>
                                        </p:attrNameLst>
                                      </p:cBhvr>
                                      <p:tavLst>
                                        <p:tav>
                                          <p:val>
                                            <p:strVal val="0-#ppt_w/2"/>
                                          </p:val>
                                        </p:tav>
                                        <p:tav tm="100000">
                                          <p:val>
                                            <p:strVal val="#ppt_x"/>
                                          </p:val>
                                        </p:tav>
                                      </p:tavLst>
                                    </p:anim>
                                    <p:anim calcmode="lin" valueType="num">
                                      <p:cBhvr additive="repl">
                                        <p:cTn id="61" dur="500" fill="hold"/>
                                        <p:tgtEl>
                                          <p:spTgt spid="85"/>
                                        </p:tgtEl>
                                        <p:attrNameLst>
                                          <p:attrName>ppt_y</p:attrName>
                                        </p:attrNameLst>
                                      </p:cBhvr>
                                      <p:tavLst>
                                        <p:tav>
                                          <p:val>
                                            <p:strVal val="#ppt_y"/>
                                          </p:val>
                                        </p:tav>
                                        <p:tav tm="100000">
                                          <p:val>
                                            <p:strVal val="#ppt_y"/>
                                          </p:val>
                                        </p:tav>
                                      </p:tavLst>
                                    </p:anim>
                                  </p:childTnLst>
                                </p:cTn>
                              </p:par>
                              <p:par>
                                <p:cTn id="62" presetID="2" presetClass="entr" fill="hold" nodeType="withEffect" presetSubtype="9">
                                  <p:stCondLst>
                                    <p:cond delay="0"/>
                                  </p:stCondLst>
                                  <p:childTnLst>
                                    <p:set>
                                      <p:cBhvr>
                                        <p:cTn id="63" dur="1" fill="hold">
                                          <p:stCondLst>
                                            <p:cond delay="0"/>
                                          </p:stCondLst>
                                        </p:cTn>
                                        <p:tgtEl>
                                          <p:spTgt spid="72"/>
                                        </p:tgtEl>
                                        <p:attrNameLst>
                                          <p:attrName>style.visibility</p:attrName>
                                        </p:attrNameLst>
                                      </p:cBhvr>
                                      <p:to>
                                        <p:strVal val="visible"/>
                                      </p:to>
                                    </p:set>
                                    <p:anim calcmode="lin" valueType="num">
                                      <p:cBhvr additive="repl">
                                        <p:cTn id="64" dur="500" fill="hold"/>
                                        <p:tgtEl>
                                          <p:spTgt spid="72"/>
                                        </p:tgtEl>
                                        <p:attrNameLst>
                                          <p:attrName>ppt_x</p:attrName>
                                        </p:attrNameLst>
                                      </p:cBhvr>
                                      <p:tavLst>
                                        <p:tav>
                                          <p:val>
                                            <p:strVal val="0-#ppt_w/2"/>
                                          </p:val>
                                        </p:tav>
                                        <p:tav tm="100000">
                                          <p:val>
                                            <p:strVal val="#ppt_x"/>
                                          </p:val>
                                        </p:tav>
                                      </p:tavLst>
                                    </p:anim>
                                    <p:anim calcmode="lin" valueType="num">
                                      <p:cBhvr additive="repl">
                                        <p:cTn id="65" dur="500" fill="hold"/>
                                        <p:tgtEl>
                                          <p:spTgt spid="72"/>
                                        </p:tgtEl>
                                        <p:attrNameLst>
                                          <p:attrName>ppt_y</p:attrName>
                                        </p:attrNameLst>
                                      </p:cBhvr>
                                      <p:tavLst>
                                        <p:tav>
                                          <p:val>
                                            <p:strVal val="0-#ppt_h/2"/>
                                          </p:val>
                                        </p:tav>
                                        <p:tav tm="100000">
                                          <p:val>
                                            <p:strVal val="#ppt_y"/>
                                          </p:val>
                                        </p:tav>
                                      </p:tavLst>
                                    </p:anim>
                                  </p:childTnLst>
                                </p:cTn>
                              </p:par>
                            </p:childTnLst>
                          </p:cTn>
                        </p:par>
                        <p:par>
                          <p:cTn id="66" fill="hold">
                            <p:stCondLst>
                              <p:cond delay="1500"/>
                            </p:stCondLst>
                            <p:childTnLst>
                              <p:par>
                                <p:cTn id="67" presetID="2" presetClass="entr" fill="hold" nodeType="afterEffect" presetSubtype="1">
                                  <p:stCondLst>
                                    <p:cond delay="0"/>
                                  </p:stCondLst>
                                  <p:childTnLst>
                                    <p:set>
                                      <p:cBhvr>
                                        <p:cTn id="68" dur="1" fill="hold">
                                          <p:stCondLst>
                                            <p:cond delay="0"/>
                                          </p:stCondLst>
                                        </p:cTn>
                                        <p:tgtEl>
                                          <p:spTgt spid="78"/>
                                        </p:tgtEl>
                                        <p:attrNameLst>
                                          <p:attrName>style.visibility</p:attrName>
                                        </p:attrNameLst>
                                      </p:cBhvr>
                                      <p:to>
                                        <p:strVal val="visible"/>
                                      </p:to>
                                    </p:set>
                                    <p:anim calcmode="lin" valueType="num">
                                      <p:cBhvr additive="repl">
                                        <p:cTn id="69" dur="500" fill="hold"/>
                                        <p:tgtEl>
                                          <p:spTgt spid="78"/>
                                        </p:tgtEl>
                                        <p:attrNameLst>
                                          <p:attrName>ppt_x</p:attrName>
                                        </p:attrNameLst>
                                      </p:cBhvr>
                                      <p:tavLst>
                                        <p:tav>
                                          <p:val>
                                            <p:strVal val="#ppt_x"/>
                                          </p:val>
                                        </p:tav>
                                        <p:tav tm="100000">
                                          <p:val>
                                            <p:strVal val="#ppt_x"/>
                                          </p:val>
                                        </p:tav>
                                      </p:tavLst>
                                    </p:anim>
                                    <p:anim calcmode="lin" valueType="num">
                                      <p:cBhvr additive="repl">
                                        <p:cTn id="70" dur="500" fill="hold"/>
                                        <p:tgtEl>
                                          <p:spTgt spid="78"/>
                                        </p:tgtEl>
                                        <p:attrNameLst>
                                          <p:attrName>ppt_y</p:attrName>
                                        </p:attrNameLst>
                                      </p:cBhvr>
                                      <p:tavLst>
                                        <p:tav>
                                          <p:val>
                                            <p:strVal val="0-#ppt_h/2"/>
                                          </p:val>
                                        </p:tav>
                                        <p:tav tm="100000">
                                          <p:val>
                                            <p:strVal val="#ppt_y"/>
                                          </p:val>
                                        </p:tav>
                                      </p:tavLst>
                                    </p:anim>
                                  </p:childTnLst>
                                </p:cTn>
                              </p:par>
                              <p:par>
                                <p:cTn id="71" presetID="2" presetClass="entr" fill="hold" nodeType="withEffect" presetSubtype="3">
                                  <p:stCondLst>
                                    <p:cond delay="0"/>
                                  </p:stCondLst>
                                  <p:childTnLst>
                                    <p:set>
                                      <p:cBhvr>
                                        <p:cTn id="72" dur="1" fill="hold">
                                          <p:stCondLst>
                                            <p:cond delay="0"/>
                                          </p:stCondLst>
                                        </p:cTn>
                                        <p:tgtEl>
                                          <p:spTgt spid="86"/>
                                        </p:tgtEl>
                                        <p:attrNameLst>
                                          <p:attrName>style.visibility</p:attrName>
                                        </p:attrNameLst>
                                      </p:cBhvr>
                                      <p:to>
                                        <p:strVal val="visible"/>
                                      </p:to>
                                    </p:set>
                                    <p:anim calcmode="lin" valueType="num">
                                      <p:cBhvr additive="repl">
                                        <p:cTn id="73" dur="500" fill="hold"/>
                                        <p:tgtEl>
                                          <p:spTgt spid="86"/>
                                        </p:tgtEl>
                                        <p:attrNameLst>
                                          <p:attrName>ppt_x</p:attrName>
                                        </p:attrNameLst>
                                      </p:cBhvr>
                                      <p:tavLst>
                                        <p:tav>
                                          <p:val>
                                            <p:strVal val="1+#ppt_w/2"/>
                                          </p:val>
                                        </p:tav>
                                        <p:tav tm="100000">
                                          <p:val>
                                            <p:strVal val="#ppt_x"/>
                                          </p:val>
                                        </p:tav>
                                      </p:tavLst>
                                    </p:anim>
                                    <p:anim calcmode="lin" valueType="num">
                                      <p:cBhvr additive="repl">
                                        <p:cTn id="74" dur="500" fill="hold"/>
                                        <p:tgtEl>
                                          <p:spTgt spid="86"/>
                                        </p:tgtEl>
                                        <p:attrNameLst>
                                          <p:attrName>ppt_y</p:attrName>
                                        </p:attrNameLst>
                                      </p:cBhvr>
                                      <p:tavLst>
                                        <p:tav>
                                          <p:val>
                                            <p:strVal val="0-#ppt_h/2"/>
                                          </p:val>
                                        </p:tav>
                                        <p:tav tm="100000">
                                          <p:val>
                                            <p:strVal val="#ppt_y"/>
                                          </p:val>
                                        </p:tav>
                                      </p:tavLst>
                                    </p:anim>
                                  </p:childTnLst>
                                </p:cTn>
                              </p:par>
                              <p:par>
                                <p:cTn id="75" presetID="2" presetClass="entr" fill="hold" nodeType="withEffect" presetSubtype="4">
                                  <p:stCondLst>
                                    <p:cond delay="0"/>
                                  </p:stCondLst>
                                  <p:childTnLst>
                                    <p:set>
                                      <p:cBhvr>
                                        <p:cTn id="76" dur="1" fill="hold">
                                          <p:stCondLst>
                                            <p:cond delay="0"/>
                                          </p:stCondLst>
                                        </p:cTn>
                                        <p:tgtEl>
                                          <p:spTgt spid="87"/>
                                        </p:tgtEl>
                                        <p:attrNameLst>
                                          <p:attrName>style.visibility</p:attrName>
                                        </p:attrNameLst>
                                      </p:cBhvr>
                                      <p:to>
                                        <p:strVal val="visible"/>
                                      </p:to>
                                    </p:set>
                                    <p:anim calcmode="lin" valueType="num">
                                      <p:cBhvr additive="repl">
                                        <p:cTn id="77" dur="500" fill="hold"/>
                                        <p:tgtEl>
                                          <p:spTgt spid="87"/>
                                        </p:tgtEl>
                                        <p:attrNameLst>
                                          <p:attrName>ppt_x</p:attrName>
                                        </p:attrNameLst>
                                      </p:cBhvr>
                                      <p:tavLst>
                                        <p:tav>
                                          <p:val>
                                            <p:strVal val="#ppt_x"/>
                                          </p:val>
                                        </p:tav>
                                        <p:tav tm="100000">
                                          <p:val>
                                            <p:strVal val="#ppt_x"/>
                                          </p:val>
                                        </p:tav>
                                      </p:tavLst>
                                    </p:anim>
                                    <p:anim calcmode="lin" valueType="num">
                                      <p:cBhvr additive="repl">
                                        <p:cTn id="78" dur="500" fill="hold"/>
                                        <p:tgtEl>
                                          <p:spTgt spid="87"/>
                                        </p:tgtEl>
                                        <p:attrNameLst>
                                          <p:attrName>ppt_y</p:attrName>
                                        </p:attrNameLst>
                                      </p:cBhvr>
                                      <p:tavLst>
                                        <p:tav>
                                          <p:val>
                                            <p:strVal val="1+#ppt_h/2"/>
                                          </p:val>
                                        </p:tav>
                                        <p:tav tm="100000">
                                          <p:val>
                                            <p:strVal val="#ppt_y"/>
                                          </p:val>
                                        </p:tav>
                                      </p:tavLst>
                                    </p:anim>
                                  </p:childTnLst>
                                </p:cTn>
                              </p:par>
                              <p:par>
                                <p:cTn id="79" presetID="2" presetClass="entr" fill="hold" nodeType="withEffect" presetSubtype="1">
                                  <p:stCondLst>
                                    <p:cond delay="0"/>
                                  </p:stCondLst>
                                  <p:childTnLst>
                                    <p:set>
                                      <p:cBhvr>
                                        <p:cTn id="80" dur="1" fill="hold">
                                          <p:stCondLst>
                                            <p:cond delay="0"/>
                                          </p:stCondLst>
                                        </p:cTn>
                                        <p:tgtEl>
                                          <p:spTgt spid="73"/>
                                        </p:tgtEl>
                                        <p:attrNameLst>
                                          <p:attrName>style.visibility</p:attrName>
                                        </p:attrNameLst>
                                      </p:cBhvr>
                                      <p:to>
                                        <p:strVal val="visible"/>
                                      </p:to>
                                    </p:set>
                                    <p:anim calcmode="lin" valueType="num">
                                      <p:cBhvr additive="repl">
                                        <p:cTn id="81" dur="500" fill="hold"/>
                                        <p:tgtEl>
                                          <p:spTgt spid="73"/>
                                        </p:tgtEl>
                                        <p:attrNameLst>
                                          <p:attrName>ppt_x</p:attrName>
                                        </p:attrNameLst>
                                      </p:cBhvr>
                                      <p:tavLst>
                                        <p:tav>
                                          <p:val>
                                            <p:strVal val="#ppt_x"/>
                                          </p:val>
                                        </p:tav>
                                        <p:tav tm="100000">
                                          <p:val>
                                            <p:strVal val="#ppt_x"/>
                                          </p:val>
                                        </p:tav>
                                      </p:tavLst>
                                    </p:anim>
                                    <p:anim calcmode="lin" valueType="num">
                                      <p:cBhvr additive="repl">
                                        <p:cTn id="82" dur="500" fill="hold"/>
                                        <p:tgtEl>
                                          <p:spTgt spid="73"/>
                                        </p:tgtEl>
                                        <p:attrNameLst>
                                          <p:attrName>ppt_y</p:attrName>
                                        </p:attrNameLst>
                                      </p:cBhvr>
                                      <p:tavLst>
                                        <p:tav>
                                          <p:val>
                                            <p:strVal val="0-#ppt_h/2"/>
                                          </p:val>
                                        </p:tav>
                                        <p:tav tm="100000">
                                          <p:val>
                                            <p:strVal val="#ppt_y"/>
                                          </p:val>
                                        </p:tav>
                                      </p:tavLst>
                                    </p:anim>
                                  </p:childTnLst>
                                </p:cTn>
                              </p:par>
                            </p:childTnLst>
                          </p:cTn>
                        </p:par>
                        <p:par>
                          <p:cTn id="83" fill="hold">
                            <p:stCondLst>
                              <p:cond delay="2000"/>
                            </p:stCondLst>
                            <p:childTnLst>
                              <p:par>
                                <p:cTn id="84" presetID="2" presetClass="entr" fill="hold" nodeType="afterEffect" presetSubtype="12">
                                  <p:stCondLst>
                                    <p:cond delay="0"/>
                                  </p:stCondLst>
                                  <p:childTnLst>
                                    <p:set>
                                      <p:cBhvr>
                                        <p:cTn id="85" dur="1" fill="hold">
                                          <p:stCondLst>
                                            <p:cond delay="0"/>
                                          </p:stCondLst>
                                        </p:cTn>
                                        <p:tgtEl>
                                          <p:spTgt spid="79"/>
                                        </p:tgtEl>
                                        <p:attrNameLst>
                                          <p:attrName>style.visibility</p:attrName>
                                        </p:attrNameLst>
                                      </p:cBhvr>
                                      <p:to>
                                        <p:strVal val="visible"/>
                                      </p:to>
                                    </p:set>
                                    <p:anim calcmode="lin" valueType="num">
                                      <p:cBhvr additive="repl">
                                        <p:cTn id="86" dur="500" fill="hold"/>
                                        <p:tgtEl>
                                          <p:spTgt spid="79"/>
                                        </p:tgtEl>
                                        <p:attrNameLst>
                                          <p:attrName>ppt_x</p:attrName>
                                        </p:attrNameLst>
                                      </p:cBhvr>
                                      <p:tavLst>
                                        <p:tav>
                                          <p:val>
                                            <p:strVal val="0-#ppt_w/2"/>
                                          </p:val>
                                        </p:tav>
                                        <p:tav tm="100000">
                                          <p:val>
                                            <p:strVal val="#ppt_x"/>
                                          </p:val>
                                        </p:tav>
                                      </p:tavLst>
                                    </p:anim>
                                    <p:anim calcmode="lin" valueType="num">
                                      <p:cBhvr additive="repl">
                                        <p:cTn id="87" dur="500" fill="hold"/>
                                        <p:tgtEl>
                                          <p:spTgt spid="79"/>
                                        </p:tgtEl>
                                        <p:attrNameLst>
                                          <p:attrName>ppt_y</p:attrName>
                                        </p:attrNameLst>
                                      </p:cBhvr>
                                      <p:tavLst>
                                        <p:tav>
                                          <p:val>
                                            <p:strVal val="1+#ppt_h/2"/>
                                          </p:val>
                                        </p:tav>
                                        <p:tav tm="100000">
                                          <p:val>
                                            <p:strVal val="#ppt_y"/>
                                          </p:val>
                                        </p:tav>
                                      </p:tavLst>
                                    </p:anim>
                                  </p:childTnLst>
                                </p:cTn>
                              </p:par>
                              <p:par>
                                <p:cTn id="88" presetID="2" presetClass="entr" fill="hold" nodeType="withEffect" presetSubtype="9">
                                  <p:stCondLst>
                                    <p:cond delay="0"/>
                                  </p:stCondLst>
                                  <p:childTnLst>
                                    <p:set>
                                      <p:cBhvr>
                                        <p:cTn id="89" dur="1" fill="hold">
                                          <p:stCondLst>
                                            <p:cond delay="0"/>
                                          </p:stCondLst>
                                        </p:cTn>
                                        <p:tgtEl>
                                          <p:spTgt spid="88"/>
                                        </p:tgtEl>
                                        <p:attrNameLst>
                                          <p:attrName>style.visibility</p:attrName>
                                        </p:attrNameLst>
                                      </p:cBhvr>
                                      <p:to>
                                        <p:strVal val="visible"/>
                                      </p:to>
                                    </p:set>
                                    <p:anim calcmode="lin" valueType="num">
                                      <p:cBhvr additive="repl">
                                        <p:cTn id="90" dur="500" fill="hold"/>
                                        <p:tgtEl>
                                          <p:spTgt spid="88"/>
                                        </p:tgtEl>
                                        <p:attrNameLst>
                                          <p:attrName>ppt_x</p:attrName>
                                        </p:attrNameLst>
                                      </p:cBhvr>
                                      <p:tavLst>
                                        <p:tav>
                                          <p:val>
                                            <p:strVal val="0-#ppt_w/2"/>
                                          </p:val>
                                        </p:tav>
                                        <p:tav tm="100000">
                                          <p:val>
                                            <p:strVal val="#ppt_x"/>
                                          </p:val>
                                        </p:tav>
                                      </p:tavLst>
                                    </p:anim>
                                    <p:anim calcmode="lin" valueType="num">
                                      <p:cBhvr additive="repl">
                                        <p:cTn id="91" dur="500" fill="hold"/>
                                        <p:tgtEl>
                                          <p:spTgt spid="88"/>
                                        </p:tgtEl>
                                        <p:attrNameLst>
                                          <p:attrName>ppt_y</p:attrName>
                                        </p:attrNameLst>
                                      </p:cBhvr>
                                      <p:tavLst>
                                        <p:tav>
                                          <p:val>
                                            <p:strVal val="0-#ppt_h/2"/>
                                          </p:val>
                                        </p:tav>
                                        <p:tav tm="100000">
                                          <p:val>
                                            <p:strVal val="#ppt_y"/>
                                          </p:val>
                                        </p:tav>
                                      </p:tavLst>
                                    </p:anim>
                                  </p:childTnLst>
                                </p:cTn>
                              </p:par>
                              <p:par>
                                <p:cTn id="92" presetID="2" presetClass="entr" fill="hold" nodeType="withEffect" presetSubtype="1">
                                  <p:stCondLst>
                                    <p:cond delay="0"/>
                                  </p:stCondLst>
                                  <p:childTnLst>
                                    <p:set>
                                      <p:cBhvr>
                                        <p:cTn id="93" dur="1" fill="hold">
                                          <p:stCondLst>
                                            <p:cond delay="0"/>
                                          </p:stCondLst>
                                        </p:cTn>
                                        <p:tgtEl>
                                          <p:spTgt spid="89"/>
                                        </p:tgtEl>
                                        <p:attrNameLst>
                                          <p:attrName>style.visibility</p:attrName>
                                        </p:attrNameLst>
                                      </p:cBhvr>
                                      <p:to>
                                        <p:strVal val="visible"/>
                                      </p:to>
                                    </p:set>
                                    <p:anim calcmode="lin" valueType="num">
                                      <p:cBhvr additive="repl">
                                        <p:cTn id="94" dur="500" fill="hold"/>
                                        <p:tgtEl>
                                          <p:spTgt spid="89"/>
                                        </p:tgtEl>
                                        <p:attrNameLst>
                                          <p:attrName>ppt_x</p:attrName>
                                        </p:attrNameLst>
                                      </p:cBhvr>
                                      <p:tavLst>
                                        <p:tav>
                                          <p:val>
                                            <p:strVal val="#ppt_x"/>
                                          </p:val>
                                        </p:tav>
                                        <p:tav tm="100000">
                                          <p:val>
                                            <p:strVal val="#ppt_x"/>
                                          </p:val>
                                        </p:tav>
                                      </p:tavLst>
                                    </p:anim>
                                    <p:anim calcmode="lin" valueType="num">
                                      <p:cBhvr additive="repl">
                                        <p:cTn id="95" dur="500" fill="hold"/>
                                        <p:tgtEl>
                                          <p:spTgt spid="89"/>
                                        </p:tgtEl>
                                        <p:attrNameLst>
                                          <p:attrName>ppt_y</p:attrName>
                                        </p:attrNameLst>
                                      </p:cBhvr>
                                      <p:tavLst>
                                        <p:tav>
                                          <p:val>
                                            <p:strVal val="0-#ppt_h/2"/>
                                          </p:val>
                                        </p:tav>
                                        <p:tav tm="100000">
                                          <p:val>
                                            <p:strVal val="#ppt_y"/>
                                          </p:val>
                                        </p:tav>
                                      </p:tavLst>
                                    </p:anim>
                                  </p:childTnLst>
                                </p:cTn>
                              </p:par>
                              <p:par>
                                <p:cTn id="96" presetID="2" presetClass="entr" fill="hold" nodeType="withEffect" presetSubtype="6">
                                  <p:stCondLst>
                                    <p:cond delay="0"/>
                                  </p:stCondLst>
                                  <p:childTnLst>
                                    <p:set>
                                      <p:cBhvr>
                                        <p:cTn id="97" dur="1" fill="hold">
                                          <p:stCondLst>
                                            <p:cond delay="0"/>
                                          </p:stCondLst>
                                        </p:cTn>
                                        <p:tgtEl>
                                          <p:spTgt spid="74"/>
                                        </p:tgtEl>
                                        <p:attrNameLst>
                                          <p:attrName>style.visibility</p:attrName>
                                        </p:attrNameLst>
                                      </p:cBhvr>
                                      <p:to>
                                        <p:strVal val="visible"/>
                                      </p:to>
                                    </p:set>
                                    <p:anim calcmode="lin" valueType="num">
                                      <p:cBhvr additive="repl">
                                        <p:cTn id="98" dur="500" fill="hold"/>
                                        <p:tgtEl>
                                          <p:spTgt spid="74"/>
                                        </p:tgtEl>
                                        <p:attrNameLst>
                                          <p:attrName>ppt_x</p:attrName>
                                        </p:attrNameLst>
                                      </p:cBhvr>
                                      <p:tavLst>
                                        <p:tav>
                                          <p:val>
                                            <p:strVal val="1+#ppt_w/2"/>
                                          </p:val>
                                        </p:tav>
                                        <p:tav tm="100000">
                                          <p:val>
                                            <p:strVal val="#ppt_x"/>
                                          </p:val>
                                        </p:tav>
                                      </p:tavLst>
                                    </p:anim>
                                    <p:anim calcmode="lin" valueType="num">
                                      <p:cBhvr additive="repl">
                                        <p:cTn id="99" dur="500" fill="hold"/>
                                        <p:tgtEl>
                                          <p:spTgt spid="74"/>
                                        </p:tgtEl>
                                        <p:attrNameLst>
                                          <p:attrName>ppt_y</p:attrName>
                                        </p:attrNameLst>
                                      </p:cBhvr>
                                      <p:tavLst>
                                        <p:tav>
                                          <p:val>
                                            <p:strVal val="1+#ppt_h/2"/>
                                          </p:val>
                                        </p:tav>
                                        <p:tav tm="100000">
                                          <p:val>
                                            <p:strVal val="#ppt_y"/>
                                          </p:val>
                                        </p:tav>
                                      </p:tavLst>
                                    </p:anim>
                                  </p:childTnLst>
                                </p:cTn>
                              </p:par>
                            </p:childTnLst>
                          </p:cTn>
                        </p:par>
                        <p:par>
                          <p:cTn id="100" fill="hold">
                            <p:stCondLst>
                              <p:cond delay="2500"/>
                            </p:stCondLst>
                            <p:childTnLst>
                              <p:par>
                                <p:cTn id="101" presetID="2" presetClass="entr" fill="hold" nodeType="afterEffect" presetSubtype="4">
                                  <p:stCondLst>
                                    <p:cond delay="0"/>
                                  </p:stCondLst>
                                  <p:childTnLst>
                                    <p:set>
                                      <p:cBhvr>
                                        <p:cTn id="102" dur="1" fill="hold">
                                          <p:stCondLst>
                                            <p:cond delay="0"/>
                                          </p:stCondLst>
                                        </p:cTn>
                                        <p:tgtEl>
                                          <p:spTgt spid="80"/>
                                        </p:tgtEl>
                                        <p:attrNameLst>
                                          <p:attrName>style.visibility</p:attrName>
                                        </p:attrNameLst>
                                      </p:cBhvr>
                                      <p:to>
                                        <p:strVal val="visible"/>
                                      </p:to>
                                    </p:set>
                                    <p:anim calcmode="lin" valueType="num">
                                      <p:cBhvr additive="repl">
                                        <p:cTn id="103" dur="500" fill="hold"/>
                                        <p:tgtEl>
                                          <p:spTgt spid="80"/>
                                        </p:tgtEl>
                                        <p:attrNameLst>
                                          <p:attrName>ppt_x</p:attrName>
                                        </p:attrNameLst>
                                      </p:cBhvr>
                                      <p:tavLst>
                                        <p:tav>
                                          <p:val>
                                            <p:strVal val="#ppt_x"/>
                                          </p:val>
                                        </p:tav>
                                        <p:tav tm="100000">
                                          <p:val>
                                            <p:strVal val="#ppt_x"/>
                                          </p:val>
                                        </p:tav>
                                      </p:tavLst>
                                    </p:anim>
                                    <p:anim calcmode="lin" valueType="num">
                                      <p:cBhvr additive="repl">
                                        <p:cTn id="104" dur="500" fill="hold"/>
                                        <p:tgtEl>
                                          <p:spTgt spid="80"/>
                                        </p:tgtEl>
                                        <p:attrNameLst>
                                          <p:attrName>ppt_y</p:attrName>
                                        </p:attrNameLst>
                                      </p:cBhvr>
                                      <p:tavLst>
                                        <p:tav>
                                          <p:val>
                                            <p:strVal val="1+#ppt_h/2"/>
                                          </p:val>
                                        </p:tav>
                                        <p:tav tm="100000">
                                          <p:val>
                                            <p:strVal val="#ppt_y"/>
                                          </p:val>
                                        </p:tav>
                                      </p:tavLst>
                                    </p:anim>
                                  </p:childTnLst>
                                </p:cTn>
                              </p:par>
                              <p:par>
                                <p:cTn id="105" presetID="2" presetClass="entr" fill="hold" nodeType="withEffect" presetSubtype="9">
                                  <p:stCondLst>
                                    <p:cond delay="0"/>
                                  </p:stCondLst>
                                  <p:childTnLst>
                                    <p:set>
                                      <p:cBhvr>
                                        <p:cTn id="106" dur="1" fill="hold">
                                          <p:stCondLst>
                                            <p:cond delay="0"/>
                                          </p:stCondLst>
                                        </p:cTn>
                                        <p:tgtEl>
                                          <p:spTgt spid="90"/>
                                        </p:tgtEl>
                                        <p:attrNameLst>
                                          <p:attrName>style.visibility</p:attrName>
                                        </p:attrNameLst>
                                      </p:cBhvr>
                                      <p:to>
                                        <p:strVal val="visible"/>
                                      </p:to>
                                    </p:set>
                                    <p:anim calcmode="lin" valueType="num">
                                      <p:cBhvr additive="repl">
                                        <p:cTn id="107" dur="500" fill="hold"/>
                                        <p:tgtEl>
                                          <p:spTgt spid="90"/>
                                        </p:tgtEl>
                                        <p:attrNameLst>
                                          <p:attrName>ppt_x</p:attrName>
                                        </p:attrNameLst>
                                      </p:cBhvr>
                                      <p:tavLst>
                                        <p:tav>
                                          <p:val>
                                            <p:strVal val="0-#ppt_w/2"/>
                                          </p:val>
                                        </p:tav>
                                        <p:tav tm="100000">
                                          <p:val>
                                            <p:strVal val="#ppt_x"/>
                                          </p:val>
                                        </p:tav>
                                      </p:tavLst>
                                    </p:anim>
                                    <p:anim calcmode="lin" valueType="num">
                                      <p:cBhvr additive="repl">
                                        <p:cTn id="108" dur="500" fill="hold"/>
                                        <p:tgtEl>
                                          <p:spTgt spid="90"/>
                                        </p:tgtEl>
                                        <p:attrNameLst>
                                          <p:attrName>ppt_y</p:attrName>
                                        </p:attrNameLst>
                                      </p:cBhvr>
                                      <p:tavLst>
                                        <p:tav>
                                          <p:val>
                                            <p:strVal val="0-#ppt_h/2"/>
                                          </p:val>
                                        </p:tav>
                                        <p:tav tm="100000">
                                          <p:val>
                                            <p:strVal val="#ppt_y"/>
                                          </p:val>
                                        </p:tav>
                                      </p:tavLst>
                                    </p:anim>
                                  </p:childTnLst>
                                </p:cTn>
                              </p:par>
                              <p:par>
                                <p:cTn id="109" presetID="2" presetClass="entr" fill="hold" nodeType="withEffect" presetSubtype="6">
                                  <p:stCondLst>
                                    <p:cond delay="0"/>
                                  </p:stCondLst>
                                  <p:childTnLst>
                                    <p:set>
                                      <p:cBhvr>
                                        <p:cTn id="110" dur="1" fill="hold">
                                          <p:stCondLst>
                                            <p:cond delay="0"/>
                                          </p:stCondLst>
                                        </p:cTn>
                                        <p:tgtEl>
                                          <p:spTgt spid="91"/>
                                        </p:tgtEl>
                                        <p:attrNameLst>
                                          <p:attrName>style.visibility</p:attrName>
                                        </p:attrNameLst>
                                      </p:cBhvr>
                                      <p:to>
                                        <p:strVal val="visible"/>
                                      </p:to>
                                    </p:set>
                                    <p:anim calcmode="lin" valueType="num">
                                      <p:cBhvr additive="repl">
                                        <p:cTn id="111" dur="500" fill="hold"/>
                                        <p:tgtEl>
                                          <p:spTgt spid="91"/>
                                        </p:tgtEl>
                                        <p:attrNameLst>
                                          <p:attrName>ppt_x</p:attrName>
                                        </p:attrNameLst>
                                      </p:cBhvr>
                                      <p:tavLst>
                                        <p:tav>
                                          <p:val>
                                            <p:strVal val="1+#ppt_w/2"/>
                                          </p:val>
                                        </p:tav>
                                        <p:tav tm="100000">
                                          <p:val>
                                            <p:strVal val="#ppt_x"/>
                                          </p:val>
                                        </p:tav>
                                      </p:tavLst>
                                    </p:anim>
                                    <p:anim calcmode="lin" valueType="num">
                                      <p:cBhvr additive="repl">
                                        <p:cTn id="112" dur="500" fill="hold"/>
                                        <p:tgtEl>
                                          <p:spTgt spid="91"/>
                                        </p:tgtEl>
                                        <p:attrNameLst>
                                          <p:attrName>ppt_y</p:attrName>
                                        </p:attrNameLst>
                                      </p:cBhvr>
                                      <p:tavLst>
                                        <p:tav>
                                          <p:val>
                                            <p:strVal val="1+#ppt_h/2"/>
                                          </p:val>
                                        </p:tav>
                                        <p:tav tm="100000">
                                          <p:val>
                                            <p:strVal val="#ppt_y"/>
                                          </p:val>
                                        </p:tav>
                                      </p:tavLst>
                                    </p:anim>
                                  </p:childTnLst>
                                </p:cTn>
                              </p:par>
                              <p:par>
                                <p:cTn id="113" presetID="2" presetClass="entr" fill="hold" nodeType="withEffect" presetSubtype="9">
                                  <p:stCondLst>
                                    <p:cond delay="0"/>
                                  </p:stCondLst>
                                  <p:childTnLst>
                                    <p:set>
                                      <p:cBhvr>
                                        <p:cTn id="114" dur="1" fill="hold">
                                          <p:stCondLst>
                                            <p:cond delay="0"/>
                                          </p:stCondLst>
                                        </p:cTn>
                                        <p:tgtEl>
                                          <p:spTgt spid="75"/>
                                        </p:tgtEl>
                                        <p:attrNameLst>
                                          <p:attrName>style.visibility</p:attrName>
                                        </p:attrNameLst>
                                      </p:cBhvr>
                                      <p:to>
                                        <p:strVal val="visible"/>
                                      </p:to>
                                    </p:set>
                                    <p:anim calcmode="lin" valueType="num">
                                      <p:cBhvr additive="repl">
                                        <p:cTn id="115" dur="500" fill="hold"/>
                                        <p:tgtEl>
                                          <p:spTgt spid="75"/>
                                        </p:tgtEl>
                                        <p:attrNameLst>
                                          <p:attrName>ppt_x</p:attrName>
                                        </p:attrNameLst>
                                      </p:cBhvr>
                                      <p:tavLst>
                                        <p:tav>
                                          <p:val>
                                            <p:strVal val="0-#ppt_w/2"/>
                                          </p:val>
                                        </p:tav>
                                        <p:tav tm="100000">
                                          <p:val>
                                            <p:strVal val="#ppt_x"/>
                                          </p:val>
                                        </p:tav>
                                      </p:tavLst>
                                    </p:anim>
                                    <p:anim calcmode="lin" valueType="num">
                                      <p:cBhvr additive="repl">
                                        <p:cTn id="116" dur="500" fill="hold"/>
                                        <p:tgtEl>
                                          <p:spTgt spid="75"/>
                                        </p:tgtEl>
                                        <p:attrNameLst>
                                          <p:attrName>ppt_y</p:attrName>
                                        </p:attrNameLst>
                                      </p:cBhvr>
                                      <p:tavLst>
                                        <p:tav>
                                          <p:val>
                                            <p:strVal val="0-#ppt_h/2"/>
                                          </p:val>
                                        </p:tav>
                                        <p:tav tm="100000">
                                          <p:val>
                                            <p:strVal val="#ppt_y"/>
                                          </p:val>
                                        </p:tav>
                                      </p:tavLst>
                                    </p:anim>
                                  </p:childTnLst>
                                </p:cTn>
                              </p:par>
                            </p:childTnLst>
                          </p:cTn>
                        </p:par>
                        <p:par>
                          <p:cTn id="117" fill="hold">
                            <p:stCondLst>
                              <p:cond delay="3000"/>
                            </p:stCondLst>
                            <p:childTnLst>
                              <p:par>
                                <p:cTn id="118" presetID="2" presetClass="entr" fill="hold" nodeType="afterEffect" presetSubtype="1">
                                  <p:stCondLst>
                                    <p:cond delay="0"/>
                                  </p:stCondLst>
                                  <p:childTnLst>
                                    <p:set>
                                      <p:cBhvr>
                                        <p:cTn id="119" dur="1" fill="hold">
                                          <p:stCondLst>
                                            <p:cond delay="0"/>
                                          </p:stCondLst>
                                        </p:cTn>
                                        <p:tgtEl>
                                          <p:spTgt spid="92"/>
                                        </p:tgtEl>
                                        <p:attrNameLst>
                                          <p:attrName>style.visibility</p:attrName>
                                        </p:attrNameLst>
                                      </p:cBhvr>
                                      <p:to>
                                        <p:strVal val="visible"/>
                                      </p:to>
                                    </p:set>
                                    <p:anim calcmode="lin" valueType="num">
                                      <p:cBhvr additive="repl">
                                        <p:cTn id="120" dur="500" fill="hold"/>
                                        <p:tgtEl>
                                          <p:spTgt spid="92"/>
                                        </p:tgtEl>
                                        <p:attrNameLst>
                                          <p:attrName>ppt_x</p:attrName>
                                        </p:attrNameLst>
                                      </p:cBhvr>
                                      <p:tavLst>
                                        <p:tav>
                                          <p:val>
                                            <p:strVal val="#ppt_x"/>
                                          </p:val>
                                        </p:tav>
                                        <p:tav tm="100000">
                                          <p:val>
                                            <p:strVal val="#ppt_x"/>
                                          </p:val>
                                        </p:tav>
                                      </p:tavLst>
                                    </p:anim>
                                    <p:anim calcmode="lin" valueType="num">
                                      <p:cBhvr additive="repl">
                                        <p:cTn id="121" dur="500" fill="hold"/>
                                        <p:tgtEl>
                                          <p:spTgt spid="92"/>
                                        </p:tgtEl>
                                        <p:attrNameLst>
                                          <p:attrName>ppt_y</p:attrName>
                                        </p:attrNameLst>
                                      </p:cBhvr>
                                      <p:tavLst>
                                        <p:tav>
                                          <p:val>
                                            <p:strVal val="0-#ppt_h/2"/>
                                          </p:val>
                                        </p:tav>
                                        <p:tav tm="100000">
                                          <p:val>
                                            <p:strVal val="#ppt_y"/>
                                          </p:val>
                                        </p:tav>
                                      </p:tavLst>
                                    </p:anim>
                                  </p:childTnLst>
                                </p:cTn>
                              </p:par>
                              <p:par>
                                <p:cTn id="122" presetID="2" presetClass="entr" fill="hold" nodeType="withEffect" presetSubtype="6">
                                  <p:stCondLst>
                                    <p:cond delay="0"/>
                                  </p:stCondLst>
                                  <p:childTnLst>
                                    <p:set>
                                      <p:cBhvr>
                                        <p:cTn id="123" dur="1" fill="hold">
                                          <p:stCondLst>
                                            <p:cond delay="0"/>
                                          </p:stCondLst>
                                        </p:cTn>
                                        <p:tgtEl>
                                          <p:spTgt spid="81"/>
                                        </p:tgtEl>
                                        <p:attrNameLst>
                                          <p:attrName>style.visibility</p:attrName>
                                        </p:attrNameLst>
                                      </p:cBhvr>
                                      <p:to>
                                        <p:strVal val="visible"/>
                                      </p:to>
                                    </p:set>
                                    <p:anim calcmode="lin" valueType="num">
                                      <p:cBhvr additive="repl">
                                        <p:cTn id="124" dur="500" fill="hold"/>
                                        <p:tgtEl>
                                          <p:spTgt spid="81"/>
                                        </p:tgtEl>
                                        <p:attrNameLst>
                                          <p:attrName>ppt_x</p:attrName>
                                        </p:attrNameLst>
                                      </p:cBhvr>
                                      <p:tavLst>
                                        <p:tav>
                                          <p:val>
                                            <p:strVal val="1+#ppt_w/2"/>
                                          </p:val>
                                        </p:tav>
                                        <p:tav tm="100000">
                                          <p:val>
                                            <p:strVal val="#ppt_x"/>
                                          </p:val>
                                        </p:tav>
                                      </p:tavLst>
                                    </p:anim>
                                    <p:anim calcmode="lin" valueType="num">
                                      <p:cBhvr additive="repl">
                                        <p:cTn id="125" dur="500" fill="hold"/>
                                        <p:tgtEl>
                                          <p:spTgt spid="81"/>
                                        </p:tgtEl>
                                        <p:attrNameLst>
                                          <p:attrName>ppt_y</p:attrName>
                                        </p:attrNameLst>
                                      </p:cBhvr>
                                      <p:tavLst>
                                        <p:tav>
                                          <p:val>
                                            <p:strVal val="1+#ppt_h/2"/>
                                          </p:val>
                                        </p:tav>
                                        <p:tav tm="100000">
                                          <p:val>
                                            <p:strVal val="#ppt_y"/>
                                          </p:val>
                                        </p:tav>
                                      </p:tavLst>
                                    </p:anim>
                                  </p:childTnLst>
                                </p:cTn>
                              </p:par>
                              <p:par>
                                <p:cTn id="126" presetID="2" presetClass="entr" fill="hold" nodeType="withEffect" presetSubtype="3">
                                  <p:stCondLst>
                                    <p:cond delay="0"/>
                                  </p:stCondLst>
                                  <p:childTnLst>
                                    <p:set>
                                      <p:cBhvr>
                                        <p:cTn id="127" dur="1" fill="hold">
                                          <p:stCondLst>
                                            <p:cond delay="0"/>
                                          </p:stCondLst>
                                        </p:cTn>
                                        <p:tgtEl>
                                          <p:spTgt spid="93"/>
                                        </p:tgtEl>
                                        <p:attrNameLst>
                                          <p:attrName>style.visibility</p:attrName>
                                        </p:attrNameLst>
                                      </p:cBhvr>
                                      <p:to>
                                        <p:strVal val="visible"/>
                                      </p:to>
                                    </p:set>
                                    <p:anim calcmode="lin" valueType="num">
                                      <p:cBhvr additive="repl">
                                        <p:cTn id="128" dur="500" fill="hold"/>
                                        <p:tgtEl>
                                          <p:spTgt spid="93"/>
                                        </p:tgtEl>
                                        <p:attrNameLst>
                                          <p:attrName>ppt_x</p:attrName>
                                        </p:attrNameLst>
                                      </p:cBhvr>
                                      <p:tavLst>
                                        <p:tav>
                                          <p:val>
                                            <p:strVal val="1+#ppt_w/2"/>
                                          </p:val>
                                        </p:tav>
                                        <p:tav tm="100000">
                                          <p:val>
                                            <p:strVal val="#ppt_x"/>
                                          </p:val>
                                        </p:tav>
                                      </p:tavLst>
                                    </p:anim>
                                    <p:anim calcmode="lin" valueType="num">
                                      <p:cBhvr additive="repl">
                                        <p:cTn id="129" dur="500" fill="hold"/>
                                        <p:tgtEl>
                                          <p:spTgt spid="93"/>
                                        </p:tgtEl>
                                        <p:attrNameLst>
                                          <p:attrName>ppt_y</p:attrName>
                                        </p:attrNameLst>
                                      </p:cBhvr>
                                      <p:tavLst>
                                        <p:tav>
                                          <p:val>
                                            <p:strVal val="0-#ppt_h/2"/>
                                          </p:val>
                                        </p:tav>
                                        <p:tav tm="100000">
                                          <p:val>
                                            <p:strVal val="#ppt_y"/>
                                          </p:val>
                                        </p:tav>
                                      </p:tavLst>
                                    </p:anim>
                                  </p:childTnLst>
                                </p:cTn>
                              </p:par>
                              <p:par>
                                <p:cTn id="130" presetID="2" presetClass="entr" fill="hold" nodeType="withEffect" presetSubtype="9">
                                  <p:stCondLst>
                                    <p:cond delay="0"/>
                                  </p:stCondLst>
                                  <p:childTnLst>
                                    <p:set>
                                      <p:cBhvr>
                                        <p:cTn id="131" dur="1" fill="hold">
                                          <p:stCondLst>
                                            <p:cond delay="0"/>
                                          </p:stCondLst>
                                        </p:cTn>
                                        <p:tgtEl>
                                          <p:spTgt spid="76"/>
                                        </p:tgtEl>
                                        <p:attrNameLst>
                                          <p:attrName>style.visibility</p:attrName>
                                        </p:attrNameLst>
                                      </p:cBhvr>
                                      <p:to>
                                        <p:strVal val="visible"/>
                                      </p:to>
                                    </p:set>
                                    <p:anim calcmode="lin" valueType="num">
                                      <p:cBhvr additive="repl">
                                        <p:cTn id="132" dur="500" fill="hold"/>
                                        <p:tgtEl>
                                          <p:spTgt spid="76"/>
                                        </p:tgtEl>
                                        <p:attrNameLst>
                                          <p:attrName>ppt_x</p:attrName>
                                        </p:attrNameLst>
                                      </p:cBhvr>
                                      <p:tavLst>
                                        <p:tav>
                                          <p:val>
                                            <p:strVal val="0-#ppt_w/2"/>
                                          </p:val>
                                        </p:tav>
                                        <p:tav tm="100000">
                                          <p:val>
                                            <p:strVal val="#ppt_x"/>
                                          </p:val>
                                        </p:tav>
                                      </p:tavLst>
                                    </p:anim>
                                    <p:anim calcmode="lin" valueType="num">
                                      <p:cBhvr additive="repl">
                                        <p:cTn id="133" dur="500" fill="hold"/>
                                        <p:tgtEl>
                                          <p:spTgt spid="76"/>
                                        </p:tgtEl>
                                        <p:attrNameLst>
                                          <p:attrName>ppt_y</p:attrName>
                                        </p:attrNameLst>
                                      </p:cBhvr>
                                      <p:tavLst>
                                        <p:tav>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94" name="Picture 1" descr="image.png"/>
          <p:cNvPicPr/>
          <p:nvPr/>
        </p:nvPicPr>
        <p:blipFill>
          <a:blip r:embed="rId1"/>
          <a:stretch/>
        </p:blipFill>
        <p:spPr>
          <a:xfrm>
            <a:off x="0" y="0"/>
            <a:ext cx="12191040" cy="6856920"/>
          </a:xfrm>
          <a:prstGeom prst="rect">
            <a:avLst/>
          </a:prstGeom>
          <a:noFill/>
          <a:ln w="0">
            <a:noFill/>
          </a:ln>
        </p:spPr>
      </p:pic>
      <p:sp>
        <p:nvSpPr>
          <p:cNvPr id="95" name="Rounded Rectangle 2"/>
          <p:cNvSpPr/>
          <p:nvPr/>
        </p:nvSpPr>
        <p:spPr>
          <a:xfrm>
            <a:off x="609480" y="1981080"/>
            <a:ext cx="3504240" cy="3668040"/>
          </a:xfrm>
          <a:prstGeom prst="roundRect">
            <a:avLst>
              <a:gd name="adj" fmla="val 5704"/>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6" name="Rounded Rectangle 3"/>
          <p:cNvSpPr/>
          <p:nvPr/>
        </p:nvSpPr>
        <p:spPr>
          <a:xfrm>
            <a:off x="4343400" y="1981080"/>
            <a:ext cx="3504240" cy="3668040"/>
          </a:xfrm>
          <a:prstGeom prst="roundRect">
            <a:avLst>
              <a:gd name="adj" fmla="val 5704"/>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7" name="Rounded Rectangle 4"/>
          <p:cNvSpPr/>
          <p:nvPr/>
        </p:nvSpPr>
        <p:spPr>
          <a:xfrm>
            <a:off x="8077320" y="1981080"/>
            <a:ext cx="3504240" cy="3668040"/>
          </a:xfrm>
          <a:prstGeom prst="roundRect">
            <a:avLst>
              <a:gd name="adj" fmla="val 5704"/>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8" name="Rectangle 5"/>
          <p:cNvSpPr/>
          <p:nvPr/>
        </p:nvSpPr>
        <p:spPr>
          <a:xfrm>
            <a:off x="609480" y="1981080"/>
            <a:ext cx="3504240" cy="155520"/>
          </a:xfrm>
          <a:prstGeom prst="rect">
            <a:avLst/>
          </a:prstGeom>
          <a:solidFill>
            <a:srgbClr val="A21CA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9" name="Rectangle 6"/>
          <p:cNvSpPr/>
          <p:nvPr/>
        </p:nvSpPr>
        <p:spPr>
          <a:xfrm>
            <a:off x="4343400" y="1981080"/>
            <a:ext cx="3504240" cy="155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0" name="Rectangle 7"/>
          <p:cNvSpPr/>
          <p:nvPr/>
        </p:nvSpPr>
        <p:spPr>
          <a:xfrm>
            <a:off x="8077320" y="1981080"/>
            <a:ext cx="3504240" cy="185400"/>
          </a:xfrm>
          <a:prstGeom prst="rect">
            <a:avLst/>
          </a:prstGeom>
          <a:solidFill>
            <a:srgbClr val="7E22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pic>
        <p:nvPicPr>
          <p:cNvPr id="101" name="Picture 8" descr="image.png"/>
          <p:cNvPicPr/>
          <p:nvPr/>
        </p:nvPicPr>
        <p:blipFill>
          <a:blip r:embed="rId2"/>
          <a:stretch/>
        </p:blipFill>
        <p:spPr>
          <a:xfrm>
            <a:off x="857160" y="2431800"/>
            <a:ext cx="494280" cy="494280"/>
          </a:xfrm>
          <a:prstGeom prst="rect">
            <a:avLst/>
          </a:prstGeom>
          <a:noFill/>
          <a:ln w="0">
            <a:noFill/>
          </a:ln>
        </p:spPr>
      </p:pic>
      <p:pic>
        <p:nvPicPr>
          <p:cNvPr id="102" name="Picture 9" descr="image.png"/>
          <p:cNvPicPr/>
          <p:nvPr/>
        </p:nvPicPr>
        <p:blipFill>
          <a:blip r:embed="rId3"/>
          <a:stretch/>
        </p:blipFill>
        <p:spPr>
          <a:xfrm>
            <a:off x="4591080" y="2431800"/>
            <a:ext cx="494280" cy="494280"/>
          </a:xfrm>
          <a:prstGeom prst="rect">
            <a:avLst/>
          </a:prstGeom>
          <a:noFill/>
          <a:ln w="0">
            <a:noFill/>
          </a:ln>
        </p:spPr>
      </p:pic>
      <p:pic>
        <p:nvPicPr>
          <p:cNvPr id="103" name="Picture 10" descr="image.png"/>
          <p:cNvPicPr/>
          <p:nvPr/>
        </p:nvPicPr>
        <p:blipFill>
          <a:blip r:embed="rId4"/>
          <a:stretch/>
        </p:blipFill>
        <p:spPr>
          <a:xfrm>
            <a:off x="8325000" y="2431800"/>
            <a:ext cx="494280" cy="494280"/>
          </a:xfrm>
          <a:prstGeom prst="rect">
            <a:avLst/>
          </a:prstGeom>
          <a:noFill/>
          <a:ln w="0">
            <a:noFill/>
          </a:ln>
        </p:spPr>
      </p:pic>
      <p:sp>
        <p:nvSpPr>
          <p:cNvPr id="104" name="TextBox 11"/>
          <p:cNvSpPr/>
          <p:nvPr/>
        </p:nvSpPr>
        <p:spPr>
          <a:xfrm>
            <a:off x="407520" y="821160"/>
            <a:ext cx="140040" cy="3373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200" b="1" u="none" strike="noStrike">
                <a:solidFill>
                  <a:srgbClr val="BE185D"/>
                </a:solidFill>
                <a:effectLst/>
                <a:uFillTx/>
                <a:latin typeface="Times New Roman"/>
              </a:rPr>
              <a:t>1</a:t>
            </a:r>
            <a:endParaRPr lang="vi-VN" sz="2200" b="0" u="none" strike="noStrike">
              <a:solidFill>
                <a:srgbClr val="000000"/>
              </a:solidFill>
              <a:effectLst/>
              <a:uFillTx/>
              <a:latin typeface="Arial"/>
            </a:endParaRPr>
          </a:p>
        </p:txBody>
      </p:sp>
      <p:sp>
        <p:nvSpPr>
          <p:cNvPr id="105" name="TextBox 12"/>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BẢN CHẤT CỦA SỰ KHÔNG KHOAN DUNG</a:t>
            </a:r>
            <a:endParaRPr lang="vi-VN" sz="2700" b="0" u="none" strike="noStrike">
              <a:solidFill>
                <a:srgbClr val="000000"/>
              </a:solidFill>
              <a:effectLst/>
              <a:uFillTx/>
              <a:latin typeface="Arial"/>
            </a:endParaRPr>
          </a:p>
        </p:txBody>
      </p:sp>
      <p:sp>
        <p:nvSpPr>
          <p:cNvPr id="106" name="TextBox 13"/>
          <p:cNvSpPr/>
          <p:nvPr/>
        </p:nvSpPr>
        <p:spPr>
          <a:xfrm>
            <a:off x="743040" y="3323880"/>
            <a:ext cx="222876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Từ chối sự khác biệt</a:t>
            </a:r>
            <a:endParaRPr lang="vi-VN" sz="2000" b="0" u="none" strike="noStrike">
              <a:solidFill>
                <a:srgbClr val="000000"/>
              </a:solidFill>
              <a:effectLst/>
              <a:uFillTx/>
              <a:latin typeface="Arial"/>
            </a:endParaRPr>
          </a:p>
        </p:txBody>
      </p:sp>
      <p:sp>
        <p:nvSpPr>
          <p:cNvPr id="107" name="TextBox 14"/>
          <p:cNvSpPr/>
          <p:nvPr/>
        </p:nvSpPr>
        <p:spPr>
          <a:xfrm>
            <a:off x="743040" y="3686040"/>
            <a:ext cx="3142080" cy="72972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2000" b="0" u="none" strike="noStrike">
                <a:solidFill>
                  <a:srgbClr val="475569"/>
                </a:solidFill>
                <a:effectLst/>
                <a:uFillTx/>
                <a:latin typeface="Times New Roman"/>
              </a:rPr>
              <a:t>Phủ nhận quyền tồn tại của các tư tưởng, tín ngưỡng và lối sống khác biệt.</a:t>
            </a:r>
            <a:endParaRPr lang="vi-VN" sz="2000" b="0" u="none" strike="noStrike">
              <a:solidFill>
                <a:srgbClr val="000000"/>
              </a:solidFill>
              <a:effectLst/>
              <a:uFillTx/>
              <a:latin typeface="Arial"/>
            </a:endParaRPr>
          </a:p>
        </p:txBody>
      </p:sp>
      <p:sp>
        <p:nvSpPr>
          <p:cNvPr id="108" name="TextBox 15"/>
          <p:cNvSpPr/>
          <p:nvPr/>
        </p:nvSpPr>
        <p:spPr>
          <a:xfrm>
            <a:off x="4500720" y="3289680"/>
            <a:ext cx="210672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Định kiến &amp; Nỗi sợ</a:t>
            </a:r>
            <a:endParaRPr lang="vi-VN" sz="2000" b="0" u="none" strike="noStrike">
              <a:solidFill>
                <a:srgbClr val="000000"/>
              </a:solidFill>
              <a:effectLst/>
              <a:uFillTx/>
              <a:latin typeface="Arial"/>
            </a:endParaRPr>
          </a:p>
        </p:txBody>
      </p:sp>
      <p:sp>
        <p:nvSpPr>
          <p:cNvPr id="109" name="TextBox 16"/>
          <p:cNvSpPr/>
          <p:nvPr/>
        </p:nvSpPr>
        <p:spPr>
          <a:xfrm>
            <a:off x="4500720" y="3651480"/>
            <a:ext cx="3142080" cy="72972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2000" b="0" u="none" strike="noStrike">
                <a:solidFill>
                  <a:srgbClr val="475569"/>
                </a:solidFill>
                <a:effectLst/>
                <a:uFillTx/>
                <a:latin typeface="Times New Roman"/>
              </a:rPr>
              <a:t>Bắt nguồn từ sự thiếu hiểu biết, tâm lý vô thức và nỗi sợ mất kiểm soát.</a:t>
            </a:r>
            <a:endParaRPr lang="vi-VN" sz="2000" b="0" u="none" strike="noStrike">
              <a:solidFill>
                <a:srgbClr val="000000"/>
              </a:solidFill>
              <a:effectLst/>
              <a:uFillTx/>
              <a:latin typeface="Arial"/>
            </a:endParaRPr>
          </a:p>
        </p:txBody>
      </p:sp>
      <p:sp>
        <p:nvSpPr>
          <p:cNvPr id="110" name="TextBox 17"/>
          <p:cNvSpPr/>
          <p:nvPr/>
        </p:nvSpPr>
        <p:spPr>
          <a:xfrm>
            <a:off x="8282160" y="3289680"/>
            <a:ext cx="209556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Tư tưởng độc đoán</a:t>
            </a:r>
            <a:endParaRPr lang="vi-VN" sz="2000" b="0" u="none" strike="noStrike">
              <a:solidFill>
                <a:srgbClr val="000000"/>
              </a:solidFill>
              <a:effectLst/>
              <a:uFillTx/>
              <a:latin typeface="Arial"/>
            </a:endParaRPr>
          </a:p>
        </p:txBody>
      </p:sp>
      <p:sp>
        <p:nvSpPr>
          <p:cNvPr id="111" name="TextBox 18"/>
          <p:cNvSpPr/>
          <p:nvPr/>
        </p:nvSpPr>
        <p:spPr>
          <a:xfrm>
            <a:off x="8282160" y="3651480"/>
            <a:ext cx="3142080" cy="72972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2000" b="0" u="none" strike="noStrike">
                <a:solidFill>
                  <a:srgbClr val="475569"/>
                </a:solidFill>
                <a:effectLst/>
                <a:uFillTx/>
                <a:latin typeface="Times New Roman"/>
              </a:rPr>
              <a:t>Xem góc nhìn cá nhân là sự thật duy nhất và bắt buộc người khác tuân theo.</a:t>
            </a:r>
            <a:endParaRPr lang="vi-VN" sz="2000" b="0" u="none" strike="noStrike">
              <a:solidFill>
                <a:srgbClr val="000000"/>
              </a:solidFill>
              <a:effectLst/>
              <a:uFillTx/>
              <a:latin typeface="Arial"/>
            </a:endParaRPr>
          </a:p>
        </p:txBody>
      </p:sp>
    </p:spTree>
  </p:cSld>
  <mc:AlternateContent>
    <mc:Choice Requires="p14">
      <p:transition spd="slow" p14:dur="1250"/>
    </mc:Choice>
    <mc:Fallback>
      <p:transition spd="slow"/>
    </mc:Fallback>
  </mc:AlternateContent>
  <p:timing>
    <p:tnLst>
      <p:par>
        <p:cTn id="134" dur="indefinite" restart="never" nodeType="tmRoot">
          <p:childTnLst>
            <p:seq>
              <p:cTn id="135" dur="indefinite" nodeType="mainSeq">
                <p:childTnLst>
                  <p:par>
                    <p:cTn id="136" fill="hold">
                      <p:stCondLst>
                        <p:cond delay="0"/>
                      </p:stCondLst>
                      <p:childTnLst>
                        <p:par>
                          <p:cTn id="137" fill="hold">
                            <p:stCondLst>
                              <p:cond delay="0"/>
                            </p:stCondLst>
                            <p:childTnLst>
                              <p:par>
                                <p:cTn id="138" presetID="2" presetClass="entr" fill="hold" nodeType="afterEffect" presetSubtype="12">
                                  <p:stCondLst>
                                    <p:cond delay="0"/>
                                  </p:stCondLst>
                                  <p:childTnLst>
                                    <p:set>
                                      <p:cBhvr>
                                        <p:cTn id="139" dur="1" fill="hold">
                                          <p:stCondLst>
                                            <p:cond delay="0"/>
                                          </p:stCondLst>
                                        </p:cTn>
                                        <p:tgtEl>
                                          <p:spTgt spid="104"/>
                                        </p:tgtEl>
                                        <p:attrNameLst>
                                          <p:attrName>style.visibility</p:attrName>
                                        </p:attrNameLst>
                                      </p:cBhvr>
                                      <p:to>
                                        <p:strVal val="visible"/>
                                      </p:to>
                                    </p:set>
                                    <p:anim calcmode="lin" valueType="num">
                                      <p:cBhvr additive="repl">
                                        <p:cTn id="140" dur="500" fill="hold"/>
                                        <p:tgtEl>
                                          <p:spTgt spid="104"/>
                                        </p:tgtEl>
                                        <p:attrNameLst>
                                          <p:attrName>ppt_x</p:attrName>
                                        </p:attrNameLst>
                                      </p:cBhvr>
                                      <p:tavLst>
                                        <p:tav>
                                          <p:val>
                                            <p:strVal val="0-#ppt_w/2"/>
                                          </p:val>
                                        </p:tav>
                                        <p:tav tm="100000">
                                          <p:val>
                                            <p:strVal val="#ppt_x"/>
                                          </p:val>
                                        </p:tav>
                                      </p:tavLst>
                                    </p:anim>
                                    <p:anim calcmode="lin" valueType="num">
                                      <p:cBhvr additive="repl">
                                        <p:cTn id="141" dur="500" fill="hold"/>
                                        <p:tgtEl>
                                          <p:spTgt spid="104"/>
                                        </p:tgtEl>
                                        <p:attrNameLst>
                                          <p:attrName>ppt_y</p:attrName>
                                        </p:attrNameLst>
                                      </p:cBhvr>
                                      <p:tavLst>
                                        <p:tav>
                                          <p:val>
                                            <p:strVal val="1+#ppt_h/2"/>
                                          </p:val>
                                        </p:tav>
                                        <p:tav tm="100000">
                                          <p:val>
                                            <p:strVal val="#ppt_y"/>
                                          </p:val>
                                        </p:tav>
                                      </p:tavLst>
                                    </p:anim>
                                  </p:childTnLst>
                                </p:cTn>
                              </p:par>
                              <p:par>
                                <p:cTn id="142" presetID="2" presetClass="entr" fill="hold" nodeType="withEffect" presetSubtype="1">
                                  <p:stCondLst>
                                    <p:cond delay="0"/>
                                  </p:stCondLst>
                                  <p:childTnLst>
                                    <p:set>
                                      <p:cBhvr>
                                        <p:cTn id="143" dur="1" fill="hold">
                                          <p:stCondLst>
                                            <p:cond delay="0"/>
                                          </p:stCondLst>
                                        </p:cTn>
                                        <p:tgtEl>
                                          <p:spTgt spid="105"/>
                                        </p:tgtEl>
                                        <p:attrNameLst>
                                          <p:attrName>style.visibility</p:attrName>
                                        </p:attrNameLst>
                                      </p:cBhvr>
                                      <p:to>
                                        <p:strVal val="visible"/>
                                      </p:to>
                                    </p:set>
                                    <p:anim calcmode="lin" valueType="num">
                                      <p:cBhvr additive="repl">
                                        <p:cTn id="144" dur="500" fill="hold"/>
                                        <p:tgtEl>
                                          <p:spTgt spid="105"/>
                                        </p:tgtEl>
                                        <p:attrNameLst>
                                          <p:attrName>ppt_x</p:attrName>
                                        </p:attrNameLst>
                                      </p:cBhvr>
                                      <p:tavLst>
                                        <p:tav>
                                          <p:val>
                                            <p:strVal val="#ppt_x"/>
                                          </p:val>
                                        </p:tav>
                                        <p:tav tm="100000">
                                          <p:val>
                                            <p:strVal val="#ppt_x"/>
                                          </p:val>
                                        </p:tav>
                                      </p:tavLst>
                                    </p:anim>
                                    <p:anim calcmode="lin" valueType="num">
                                      <p:cBhvr additive="repl">
                                        <p:cTn id="145" dur="500" fill="hold"/>
                                        <p:tgtEl>
                                          <p:spTgt spid="105"/>
                                        </p:tgtEl>
                                        <p:attrNameLst>
                                          <p:attrName>ppt_y</p:attrName>
                                        </p:attrNameLst>
                                      </p:cBhvr>
                                      <p:tavLst>
                                        <p:tav>
                                          <p:val>
                                            <p:strVal val="0-#ppt_h/2"/>
                                          </p:val>
                                        </p:tav>
                                        <p:tav tm="100000">
                                          <p:val>
                                            <p:strVal val="#ppt_y"/>
                                          </p:val>
                                        </p:tav>
                                      </p:tavLst>
                                    </p:anim>
                                  </p:childTnLst>
                                </p:cTn>
                              </p:par>
                            </p:childTnLst>
                          </p:cTn>
                        </p:par>
                        <p:par>
                          <p:cTn id="146" fill="hold">
                            <p:stCondLst>
                              <p:cond delay="500"/>
                            </p:stCondLst>
                            <p:childTnLst>
                              <p:par>
                                <p:cTn id="147" presetID="2" presetClass="entr" fill="hold" nodeType="afterEffect" presetSubtype="3">
                                  <p:stCondLst>
                                    <p:cond delay="0"/>
                                  </p:stCondLst>
                                  <p:childTnLst>
                                    <p:set>
                                      <p:cBhvr>
                                        <p:cTn id="148" dur="1" fill="hold">
                                          <p:stCondLst>
                                            <p:cond delay="0"/>
                                          </p:stCondLst>
                                        </p:cTn>
                                        <p:tgtEl>
                                          <p:spTgt spid="101"/>
                                        </p:tgtEl>
                                        <p:attrNameLst>
                                          <p:attrName>style.visibility</p:attrName>
                                        </p:attrNameLst>
                                      </p:cBhvr>
                                      <p:to>
                                        <p:strVal val="visible"/>
                                      </p:to>
                                    </p:set>
                                    <p:anim calcmode="lin" valueType="num">
                                      <p:cBhvr additive="repl">
                                        <p:cTn id="149" dur="500" fill="hold"/>
                                        <p:tgtEl>
                                          <p:spTgt spid="101"/>
                                        </p:tgtEl>
                                        <p:attrNameLst>
                                          <p:attrName>ppt_x</p:attrName>
                                        </p:attrNameLst>
                                      </p:cBhvr>
                                      <p:tavLst>
                                        <p:tav>
                                          <p:val>
                                            <p:strVal val="1+#ppt_w/2"/>
                                          </p:val>
                                        </p:tav>
                                        <p:tav tm="100000">
                                          <p:val>
                                            <p:strVal val="#ppt_x"/>
                                          </p:val>
                                        </p:tav>
                                      </p:tavLst>
                                    </p:anim>
                                    <p:anim calcmode="lin" valueType="num">
                                      <p:cBhvr additive="repl">
                                        <p:cTn id="150" dur="500" fill="hold"/>
                                        <p:tgtEl>
                                          <p:spTgt spid="101"/>
                                        </p:tgtEl>
                                        <p:attrNameLst>
                                          <p:attrName>ppt_y</p:attrName>
                                        </p:attrNameLst>
                                      </p:cBhvr>
                                      <p:tavLst>
                                        <p:tav>
                                          <p:val>
                                            <p:strVal val="0-#ppt_h/2"/>
                                          </p:val>
                                        </p:tav>
                                        <p:tav tm="100000">
                                          <p:val>
                                            <p:strVal val="#ppt_y"/>
                                          </p:val>
                                        </p:tav>
                                      </p:tavLst>
                                    </p:anim>
                                  </p:childTnLst>
                                </p:cTn>
                              </p:par>
                              <p:par>
                                <p:cTn id="151" presetID="2" presetClass="entr" fill="hold" nodeType="withEffect" presetSubtype="2">
                                  <p:stCondLst>
                                    <p:cond delay="0"/>
                                  </p:stCondLst>
                                  <p:childTnLst>
                                    <p:set>
                                      <p:cBhvr>
                                        <p:cTn id="152" dur="1" fill="hold">
                                          <p:stCondLst>
                                            <p:cond delay="0"/>
                                          </p:stCondLst>
                                        </p:cTn>
                                        <p:tgtEl>
                                          <p:spTgt spid="98"/>
                                        </p:tgtEl>
                                        <p:attrNameLst>
                                          <p:attrName>style.visibility</p:attrName>
                                        </p:attrNameLst>
                                      </p:cBhvr>
                                      <p:to>
                                        <p:strVal val="visible"/>
                                      </p:to>
                                    </p:set>
                                    <p:anim calcmode="lin" valueType="num">
                                      <p:cBhvr additive="repl">
                                        <p:cTn id="153" dur="500" fill="hold"/>
                                        <p:tgtEl>
                                          <p:spTgt spid="98"/>
                                        </p:tgtEl>
                                        <p:attrNameLst>
                                          <p:attrName>ppt_x</p:attrName>
                                        </p:attrNameLst>
                                      </p:cBhvr>
                                      <p:tavLst>
                                        <p:tav>
                                          <p:val>
                                            <p:strVal val="1+#ppt_w/2"/>
                                          </p:val>
                                        </p:tav>
                                        <p:tav tm="100000">
                                          <p:val>
                                            <p:strVal val="#ppt_x"/>
                                          </p:val>
                                        </p:tav>
                                      </p:tavLst>
                                    </p:anim>
                                    <p:anim calcmode="lin" valueType="num">
                                      <p:cBhvr additive="repl">
                                        <p:cTn id="154" dur="500" fill="hold"/>
                                        <p:tgtEl>
                                          <p:spTgt spid="98"/>
                                        </p:tgtEl>
                                        <p:attrNameLst>
                                          <p:attrName>ppt_y</p:attrName>
                                        </p:attrNameLst>
                                      </p:cBhvr>
                                      <p:tavLst>
                                        <p:tav>
                                          <p:val>
                                            <p:strVal val="#ppt_y"/>
                                          </p:val>
                                        </p:tav>
                                        <p:tav tm="100000">
                                          <p:val>
                                            <p:strVal val="#ppt_y"/>
                                          </p:val>
                                        </p:tav>
                                      </p:tavLst>
                                    </p:anim>
                                  </p:childTnLst>
                                </p:cTn>
                              </p:par>
                              <p:par>
                                <p:cTn id="155" presetID="2" presetClass="entr" fill="hold" nodeType="withEffect" presetSubtype="2">
                                  <p:stCondLst>
                                    <p:cond delay="0"/>
                                  </p:stCondLst>
                                  <p:childTnLst>
                                    <p:set>
                                      <p:cBhvr>
                                        <p:cTn id="156" dur="1" fill="hold">
                                          <p:stCondLst>
                                            <p:cond delay="0"/>
                                          </p:stCondLst>
                                        </p:cTn>
                                        <p:tgtEl>
                                          <p:spTgt spid="95"/>
                                        </p:tgtEl>
                                        <p:attrNameLst>
                                          <p:attrName>style.visibility</p:attrName>
                                        </p:attrNameLst>
                                      </p:cBhvr>
                                      <p:to>
                                        <p:strVal val="visible"/>
                                      </p:to>
                                    </p:set>
                                    <p:anim calcmode="lin" valueType="num">
                                      <p:cBhvr additive="repl">
                                        <p:cTn id="157" dur="500" fill="hold"/>
                                        <p:tgtEl>
                                          <p:spTgt spid="95"/>
                                        </p:tgtEl>
                                        <p:attrNameLst>
                                          <p:attrName>ppt_x</p:attrName>
                                        </p:attrNameLst>
                                      </p:cBhvr>
                                      <p:tavLst>
                                        <p:tav>
                                          <p:val>
                                            <p:strVal val="1+#ppt_w/2"/>
                                          </p:val>
                                        </p:tav>
                                        <p:tav tm="100000">
                                          <p:val>
                                            <p:strVal val="#ppt_x"/>
                                          </p:val>
                                        </p:tav>
                                      </p:tavLst>
                                    </p:anim>
                                    <p:anim calcmode="lin" valueType="num">
                                      <p:cBhvr additive="repl">
                                        <p:cTn id="158" dur="500" fill="hold"/>
                                        <p:tgtEl>
                                          <p:spTgt spid="95"/>
                                        </p:tgtEl>
                                        <p:attrNameLst>
                                          <p:attrName>ppt_y</p:attrName>
                                        </p:attrNameLst>
                                      </p:cBhvr>
                                      <p:tavLst>
                                        <p:tav>
                                          <p:val>
                                            <p:strVal val="#ppt_y"/>
                                          </p:val>
                                        </p:tav>
                                        <p:tav tm="100000">
                                          <p:val>
                                            <p:strVal val="#ppt_y"/>
                                          </p:val>
                                        </p:tav>
                                      </p:tavLst>
                                    </p:anim>
                                  </p:childTnLst>
                                </p:cTn>
                              </p:par>
                              <p:par>
                                <p:cTn id="159" presetID="2" presetClass="entr" fill="hold" nodeType="withEffect" presetSubtype="6">
                                  <p:stCondLst>
                                    <p:cond delay="0"/>
                                  </p:stCondLst>
                                  <p:childTnLst>
                                    <p:set>
                                      <p:cBhvr>
                                        <p:cTn id="160" dur="1" fill="hold">
                                          <p:stCondLst>
                                            <p:cond delay="0"/>
                                          </p:stCondLst>
                                        </p:cTn>
                                        <p:tgtEl>
                                          <p:spTgt spid="106"/>
                                        </p:tgtEl>
                                        <p:attrNameLst>
                                          <p:attrName>style.visibility</p:attrName>
                                        </p:attrNameLst>
                                      </p:cBhvr>
                                      <p:to>
                                        <p:strVal val="visible"/>
                                      </p:to>
                                    </p:set>
                                    <p:anim calcmode="lin" valueType="num">
                                      <p:cBhvr additive="repl">
                                        <p:cTn id="161" dur="500" fill="hold"/>
                                        <p:tgtEl>
                                          <p:spTgt spid="106"/>
                                        </p:tgtEl>
                                        <p:attrNameLst>
                                          <p:attrName>ppt_x</p:attrName>
                                        </p:attrNameLst>
                                      </p:cBhvr>
                                      <p:tavLst>
                                        <p:tav>
                                          <p:val>
                                            <p:strVal val="1+#ppt_w/2"/>
                                          </p:val>
                                        </p:tav>
                                        <p:tav tm="100000">
                                          <p:val>
                                            <p:strVal val="#ppt_x"/>
                                          </p:val>
                                        </p:tav>
                                      </p:tavLst>
                                    </p:anim>
                                    <p:anim calcmode="lin" valueType="num">
                                      <p:cBhvr additive="repl">
                                        <p:cTn id="162" dur="500" fill="hold"/>
                                        <p:tgtEl>
                                          <p:spTgt spid="106"/>
                                        </p:tgtEl>
                                        <p:attrNameLst>
                                          <p:attrName>ppt_y</p:attrName>
                                        </p:attrNameLst>
                                      </p:cBhvr>
                                      <p:tavLst>
                                        <p:tav>
                                          <p:val>
                                            <p:strVal val="1+#ppt_h/2"/>
                                          </p:val>
                                        </p:tav>
                                        <p:tav tm="100000">
                                          <p:val>
                                            <p:strVal val="#ppt_y"/>
                                          </p:val>
                                        </p:tav>
                                      </p:tavLst>
                                    </p:anim>
                                  </p:childTnLst>
                                </p:cTn>
                              </p:par>
                              <p:par>
                                <p:cTn id="163" presetID="2" presetClass="entr" fill="hold" nodeType="withEffect" presetSubtype="8">
                                  <p:stCondLst>
                                    <p:cond delay="0"/>
                                  </p:stCondLst>
                                  <p:childTnLst>
                                    <p:set>
                                      <p:cBhvr>
                                        <p:cTn id="164" dur="1" fill="hold">
                                          <p:stCondLst>
                                            <p:cond delay="0"/>
                                          </p:stCondLst>
                                        </p:cTn>
                                        <p:tgtEl>
                                          <p:spTgt spid="107"/>
                                        </p:tgtEl>
                                        <p:attrNameLst>
                                          <p:attrName>style.visibility</p:attrName>
                                        </p:attrNameLst>
                                      </p:cBhvr>
                                      <p:to>
                                        <p:strVal val="visible"/>
                                      </p:to>
                                    </p:set>
                                    <p:anim calcmode="lin" valueType="num">
                                      <p:cBhvr additive="repl">
                                        <p:cTn id="165" dur="500" fill="hold"/>
                                        <p:tgtEl>
                                          <p:spTgt spid="107"/>
                                        </p:tgtEl>
                                        <p:attrNameLst>
                                          <p:attrName>ppt_x</p:attrName>
                                        </p:attrNameLst>
                                      </p:cBhvr>
                                      <p:tavLst>
                                        <p:tav>
                                          <p:val>
                                            <p:strVal val="0-#ppt_w/2"/>
                                          </p:val>
                                        </p:tav>
                                        <p:tav tm="100000">
                                          <p:val>
                                            <p:strVal val="#ppt_x"/>
                                          </p:val>
                                        </p:tav>
                                      </p:tavLst>
                                    </p:anim>
                                    <p:anim calcmode="lin" valueType="num">
                                      <p:cBhvr additive="repl">
                                        <p:cTn id="166" dur="500" fill="hold"/>
                                        <p:tgtEl>
                                          <p:spTgt spid="107"/>
                                        </p:tgtEl>
                                        <p:attrNameLst>
                                          <p:attrName>ppt_y</p:attrName>
                                        </p:attrNameLst>
                                      </p:cBhvr>
                                      <p:tavLst>
                                        <p:tav>
                                          <p:val>
                                            <p:strVal val="#ppt_y"/>
                                          </p:val>
                                        </p:tav>
                                        <p:tav tm="100000">
                                          <p:val>
                                            <p:strVal val="#ppt_y"/>
                                          </p:val>
                                        </p:tav>
                                      </p:tavLst>
                                    </p:anim>
                                  </p:childTnLst>
                                </p:cTn>
                              </p:par>
                            </p:childTnLst>
                          </p:cTn>
                        </p:par>
                        <p:par>
                          <p:cTn id="167" fill="hold">
                            <p:stCondLst>
                              <p:cond delay="1000"/>
                            </p:stCondLst>
                            <p:childTnLst>
                              <p:par>
                                <p:cTn id="168" presetID="2" presetClass="entr" fill="hold" nodeType="afterEffect" presetSubtype="3">
                                  <p:stCondLst>
                                    <p:cond delay="0"/>
                                  </p:stCondLst>
                                  <p:childTnLst>
                                    <p:set>
                                      <p:cBhvr>
                                        <p:cTn id="169" dur="1" fill="hold">
                                          <p:stCondLst>
                                            <p:cond delay="0"/>
                                          </p:stCondLst>
                                        </p:cTn>
                                        <p:tgtEl>
                                          <p:spTgt spid="102"/>
                                        </p:tgtEl>
                                        <p:attrNameLst>
                                          <p:attrName>style.visibility</p:attrName>
                                        </p:attrNameLst>
                                      </p:cBhvr>
                                      <p:to>
                                        <p:strVal val="visible"/>
                                      </p:to>
                                    </p:set>
                                    <p:anim calcmode="lin" valueType="num">
                                      <p:cBhvr additive="repl">
                                        <p:cTn id="170" dur="500" fill="hold"/>
                                        <p:tgtEl>
                                          <p:spTgt spid="102"/>
                                        </p:tgtEl>
                                        <p:attrNameLst>
                                          <p:attrName>ppt_x</p:attrName>
                                        </p:attrNameLst>
                                      </p:cBhvr>
                                      <p:tavLst>
                                        <p:tav>
                                          <p:val>
                                            <p:strVal val="1+#ppt_w/2"/>
                                          </p:val>
                                        </p:tav>
                                        <p:tav tm="100000">
                                          <p:val>
                                            <p:strVal val="#ppt_x"/>
                                          </p:val>
                                        </p:tav>
                                      </p:tavLst>
                                    </p:anim>
                                    <p:anim calcmode="lin" valueType="num">
                                      <p:cBhvr additive="repl">
                                        <p:cTn id="171" dur="500" fill="hold"/>
                                        <p:tgtEl>
                                          <p:spTgt spid="102"/>
                                        </p:tgtEl>
                                        <p:attrNameLst>
                                          <p:attrName>ppt_y</p:attrName>
                                        </p:attrNameLst>
                                      </p:cBhvr>
                                      <p:tavLst>
                                        <p:tav>
                                          <p:val>
                                            <p:strVal val="0-#ppt_h/2"/>
                                          </p:val>
                                        </p:tav>
                                        <p:tav tm="100000">
                                          <p:val>
                                            <p:strVal val="#ppt_y"/>
                                          </p:val>
                                        </p:tav>
                                      </p:tavLst>
                                    </p:anim>
                                  </p:childTnLst>
                                </p:cTn>
                              </p:par>
                              <p:par>
                                <p:cTn id="172" presetID="2" presetClass="entr" fill="hold" nodeType="withEffect" presetSubtype="1">
                                  <p:stCondLst>
                                    <p:cond delay="0"/>
                                  </p:stCondLst>
                                  <p:childTnLst>
                                    <p:set>
                                      <p:cBhvr>
                                        <p:cTn id="173" dur="1" fill="hold">
                                          <p:stCondLst>
                                            <p:cond delay="0"/>
                                          </p:stCondLst>
                                        </p:cTn>
                                        <p:tgtEl>
                                          <p:spTgt spid="99"/>
                                        </p:tgtEl>
                                        <p:attrNameLst>
                                          <p:attrName>style.visibility</p:attrName>
                                        </p:attrNameLst>
                                      </p:cBhvr>
                                      <p:to>
                                        <p:strVal val="visible"/>
                                      </p:to>
                                    </p:set>
                                    <p:anim calcmode="lin" valueType="num">
                                      <p:cBhvr additive="repl">
                                        <p:cTn id="174" dur="500" fill="hold"/>
                                        <p:tgtEl>
                                          <p:spTgt spid="99"/>
                                        </p:tgtEl>
                                        <p:attrNameLst>
                                          <p:attrName>ppt_x</p:attrName>
                                        </p:attrNameLst>
                                      </p:cBhvr>
                                      <p:tavLst>
                                        <p:tav>
                                          <p:val>
                                            <p:strVal val="#ppt_x"/>
                                          </p:val>
                                        </p:tav>
                                        <p:tav tm="100000">
                                          <p:val>
                                            <p:strVal val="#ppt_x"/>
                                          </p:val>
                                        </p:tav>
                                      </p:tavLst>
                                    </p:anim>
                                    <p:anim calcmode="lin" valueType="num">
                                      <p:cBhvr additive="repl">
                                        <p:cTn id="175" dur="500" fill="hold"/>
                                        <p:tgtEl>
                                          <p:spTgt spid="99"/>
                                        </p:tgtEl>
                                        <p:attrNameLst>
                                          <p:attrName>ppt_y</p:attrName>
                                        </p:attrNameLst>
                                      </p:cBhvr>
                                      <p:tavLst>
                                        <p:tav>
                                          <p:val>
                                            <p:strVal val="0-#ppt_h/2"/>
                                          </p:val>
                                        </p:tav>
                                        <p:tav tm="100000">
                                          <p:val>
                                            <p:strVal val="#ppt_y"/>
                                          </p:val>
                                        </p:tav>
                                      </p:tavLst>
                                    </p:anim>
                                  </p:childTnLst>
                                </p:cTn>
                              </p:par>
                              <p:par>
                                <p:cTn id="176" presetID="2" presetClass="entr" fill="hold" nodeType="withEffect" presetSubtype="2">
                                  <p:stCondLst>
                                    <p:cond delay="0"/>
                                  </p:stCondLst>
                                  <p:childTnLst>
                                    <p:set>
                                      <p:cBhvr>
                                        <p:cTn id="177" dur="1" fill="hold">
                                          <p:stCondLst>
                                            <p:cond delay="0"/>
                                          </p:stCondLst>
                                        </p:cTn>
                                        <p:tgtEl>
                                          <p:spTgt spid="108"/>
                                        </p:tgtEl>
                                        <p:attrNameLst>
                                          <p:attrName>style.visibility</p:attrName>
                                        </p:attrNameLst>
                                      </p:cBhvr>
                                      <p:to>
                                        <p:strVal val="visible"/>
                                      </p:to>
                                    </p:set>
                                    <p:anim calcmode="lin" valueType="num">
                                      <p:cBhvr additive="repl">
                                        <p:cTn id="178" dur="500" fill="hold"/>
                                        <p:tgtEl>
                                          <p:spTgt spid="108"/>
                                        </p:tgtEl>
                                        <p:attrNameLst>
                                          <p:attrName>ppt_x</p:attrName>
                                        </p:attrNameLst>
                                      </p:cBhvr>
                                      <p:tavLst>
                                        <p:tav>
                                          <p:val>
                                            <p:strVal val="1+#ppt_w/2"/>
                                          </p:val>
                                        </p:tav>
                                        <p:tav tm="100000">
                                          <p:val>
                                            <p:strVal val="#ppt_x"/>
                                          </p:val>
                                        </p:tav>
                                      </p:tavLst>
                                    </p:anim>
                                    <p:anim calcmode="lin" valueType="num">
                                      <p:cBhvr additive="repl">
                                        <p:cTn id="179" dur="500" fill="hold"/>
                                        <p:tgtEl>
                                          <p:spTgt spid="108"/>
                                        </p:tgtEl>
                                        <p:attrNameLst>
                                          <p:attrName>ppt_y</p:attrName>
                                        </p:attrNameLst>
                                      </p:cBhvr>
                                      <p:tavLst>
                                        <p:tav>
                                          <p:val>
                                            <p:strVal val="#ppt_y"/>
                                          </p:val>
                                        </p:tav>
                                        <p:tav tm="100000">
                                          <p:val>
                                            <p:strVal val="#ppt_y"/>
                                          </p:val>
                                        </p:tav>
                                      </p:tavLst>
                                    </p:anim>
                                  </p:childTnLst>
                                </p:cTn>
                              </p:par>
                              <p:par>
                                <p:cTn id="180" presetID="2" presetClass="entr" fill="hold" nodeType="withEffect" presetSubtype="2">
                                  <p:stCondLst>
                                    <p:cond delay="0"/>
                                  </p:stCondLst>
                                  <p:childTnLst>
                                    <p:set>
                                      <p:cBhvr>
                                        <p:cTn id="181" dur="1" fill="hold">
                                          <p:stCondLst>
                                            <p:cond delay="0"/>
                                          </p:stCondLst>
                                        </p:cTn>
                                        <p:tgtEl>
                                          <p:spTgt spid="109"/>
                                        </p:tgtEl>
                                        <p:attrNameLst>
                                          <p:attrName>style.visibility</p:attrName>
                                        </p:attrNameLst>
                                      </p:cBhvr>
                                      <p:to>
                                        <p:strVal val="visible"/>
                                      </p:to>
                                    </p:set>
                                    <p:anim calcmode="lin" valueType="num">
                                      <p:cBhvr additive="repl">
                                        <p:cTn id="182" dur="500" fill="hold"/>
                                        <p:tgtEl>
                                          <p:spTgt spid="109"/>
                                        </p:tgtEl>
                                        <p:attrNameLst>
                                          <p:attrName>ppt_x</p:attrName>
                                        </p:attrNameLst>
                                      </p:cBhvr>
                                      <p:tavLst>
                                        <p:tav>
                                          <p:val>
                                            <p:strVal val="1+#ppt_w/2"/>
                                          </p:val>
                                        </p:tav>
                                        <p:tav tm="100000">
                                          <p:val>
                                            <p:strVal val="#ppt_x"/>
                                          </p:val>
                                        </p:tav>
                                      </p:tavLst>
                                    </p:anim>
                                    <p:anim calcmode="lin" valueType="num">
                                      <p:cBhvr additive="repl">
                                        <p:cTn id="183" dur="500" fill="hold"/>
                                        <p:tgtEl>
                                          <p:spTgt spid="109"/>
                                        </p:tgtEl>
                                        <p:attrNameLst>
                                          <p:attrName>ppt_y</p:attrName>
                                        </p:attrNameLst>
                                      </p:cBhvr>
                                      <p:tavLst>
                                        <p:tav>
                                          <p:val>
                                            <p:strVal val="#ppt_y"/>
                                          </p:val>
                                        </p:tav>
                                        <p:tav tm="100000">
                                          <p:val>
                                            <p:strVal val="#ppt_y"/>
                                          </p:val>
                                        </p:tav>
                                      </p:tavLst>
                                    </p:anim>
                                  </p:childTnLst>
                                </p:cTn>
                              </p:par>
                              <p:par>
                                <p:cTn id="184" presetID="2" presetClass="entr" fill="hold" nodeType="withEffect" presetSubtype="9">
                                  <p:stCondLst>
                                    <p:cond delay="0"/>
                                  </p:stCondLst>
                                  <p:childTnLst>
                                    <p:set>
                                      <p:cBhvr>
                                        <p:cTn id="185" dur="1" fill="hold">
                                          <p:stCondLst>
                                            <p:cond delay="0"/>
                                          </p:stCondLst>
                                        </p:cTn>
                                        <p:tgtEl>
                                          <p:spTgt spid="96"/>
                                        </p:tgtEl>
                                        <p:attrNameLst>
                                          <p:attrName>style.visibility</p:attrName>
                                        </p:attrNameLst>
                                      </p:cBhvr>
                                      <p:to>
                                        <p:strVal val="visible"/>
                                      </p:to>
                                    </p:set>
                                    <p:anim calcmode="lin" valueType="num">
                                      <p:cBhvr additive="repl">
                                        <p:cTn id="186" dur="500" fill="hold"/>
                                        <p:tgtEl>
                                          <p:spTgt spid="96"/>
                                        </p:tgtEl>
                                        <p:attrNameLst>
                                          <p:attrName>ppt_x</p:attrName>
                                        </p:attrNameLst>
                                      </p:cBhvr>
                                      <p:tavLst>
                                        <p:tav>
                                          <p:val>
                                            <p:strVal val="0-#ppt_w/2"/>
                                          </p:val>
                                        </p:tav>
                                        <p:tav tm="100000">
                                          <p:val>
                                            <p:strVal val="#ppt_x"/>
                                          </p:val>
                                        </p:tav>
                                      </p:tavLst>
                                    </p:anim>
                                    <p:anim calcmode="lin" valueType="num">
                                      <p:cBhvr additive="repl">
                                        <p:cTn id="187" dur="500" fill="hold"/>
                                        <p:tgtEl>
                                          <p:spTgt spid="96"/>
                                        </p:tgtEl>
                                        <p:attrNameLst>
                                          <p:attrName>ppt_y</p:attrName>
                                        </p:attrNameLst>
                                      </p:cBhvr>
                                      <p:tavLst>
                                        <p:tav>
                                          <p:val>
                                            <p:strVal val="0-#ppt_h/2"/>
                                          </p:val>
                                        </p:tav>
                                        <p:tav tm="100000">
                                          <p:val>
                                            <p:strVal val="#ppt_y"/>
                                          </p:val>
                                        </p:tav>
                                      </p:tavLst>
                                    </p:anim>
                                  </p:childTnLst>
                                </p:cTn>
                              </p:par>
                            </p:childTnLst>
                          </p:cTn>
                        </p:par>
                        <p:par>
                          <p:cTn id="188" fill="hold">
                            <p:stCondLst>
                              <p:cond delay="1500"/>
                            </p:stCondLst>
                            <p:childTnLst>
                              <p:par>
                                <p:cTn id="189" presetID="2" presetClass="entr" fill="hold" nodeType="afterEffect" presetSubtype="12">
                                  <p:stCondLst>
                                    <p:cond delay="0"/>
                                  </p:stCondLst>
                                  <p:childTnLst>
                                    <p:set>
                                      <p:cBhvr>
                                        <p:cTn id="190" dur="1" fill="hold">
                                          <p:stCondLst>
                                            <p:cond delay="0"/>
                                          </p:stCondLst>
                                        </p:cTn>
                                        <p:tgtEl>
                                          <p:spTgt spid="103"/>
                                        </p:tgtEl>
                                        <p:attrNameLst>
                                          <p:attrName>style.visibility</p:attrName>
                                        </p:attrNameLst>
                                      </p:cBhvr>
                                      <p:to>
                                        <p:strVal val="visible"/>
                                      </p:to>
                                    </p:set>
                                    <p:anim calcmode="lin" valueType="num">
                                      <p:cBhvr additive="repl">
                                        <p:cTn id="191" dur="500" fill="hold"/>
                                        <p:tgtEl>
                                          <p:spTgt spid="103"/>
                                        </p:tgtEl>
                                        <p:attrNameLst>
                                          <p:attrName>ppt_x</p:attrName>
                                        </p:attrNameLst>
                                      </p:cBhvr>
                                      <p:tavLst>
                                        <p:tav>
                                          <p:val>
                                            <p:strVal val="0-#ppt_w/2"/>
                                          </p:val>
                                        </p:tav>
                                        <p:tav tm="100000">
                                          <p:val>
                                            <p:strVal val="#ppt_x"/>
                                          </p:val>
                                        </p:tav>
                                      </p:tavLst>
                                    </p:anim>
                                    <p:anim calcmode="lin" valueType="num">
                                      <p:cBhvr additive="repl">
                                        <p:cTn id="192" dur="500" fill="hold"/>
                                        <p:tgtEl>
                                          <p:spTgt spid="103"/>
                                        </p:tgtEl>
                                        <p:attrNameLst>
                                          <p:attrName>ppt_y</p:attrName>
                                        </p:attrNameLst>
                                      </p:cBhvr>
                                      <p:tavLst>
                                        <p:tav>
                                          <p:val>
                                            <p:strVal val="1+#ppt_h/2"/>
                                          </p:val>
                                        </p:tav>
                                        <p:tav tm="100000">
                                          <p:val>
                                            <p:strVal val="#ppt_y"/>
                                          </p:val>
                                        </p:tav>
                                      </p:tavLst>
                                    </p:anim>
                                  </p:childTnLst>
                                </p:cTn>
                              </p:par>
                              <p:par>
                                <p:cTn id="193" presetID="2" presetClass="entr" fill="hold" nodeType="withEffect" presetSubtype="1">
                                  <p:stCondLst>
                                    <p:cond delay="0"/>
                                  </p:stCondLst>
                                  <p:childTnLst>
                                    <p:set>
                                      <p:cBhvr>
                                        <p:cTn id="194" dur="1" fill="hold">
                                          <p:stCondLst>
                                            <p:cond delay="0"/>
                                          </p:stCondLst>
                                        </p:cTn>
                                        <p:tgtEl>
                                          <p:spTgt spid="111"/>
                                        </p:tgtEl>
                                        <p:attrNameLst>
                                          <p:attrName>style.visibility</p:attrName>
                                        </p:attrNameLst>
                                      </p:cBhvr>
                                      <p:to>
                                        <p:strVal val="visible"/>
                                      </p:to>
                                    </p:set>
                                    <p:anim calcmode="lin" valueType="num">
                                      <p:cBhvr additive="repl">
                                        <p:cTn id="195" dur="500" fill="hold"/>
                                        <p:tgtEl>
                                          <p:spTgt spid="111"/>
                                        </p:tgtEl>
                                        <p:attrNameLst>
                                          <p:attrName>ppt_x</p:attrName>
                                        </p:attrNameLst>
                                      </p:cBhvr>
                                      <p:tavLst>
                                        <p:tav>
                                          <p:val>
                                            <p:strVal val="#ppt_x"/>
                                          </p:val>
                                        </p:tav>
                                        <p:tav tm="100000">
                                          <p:val>
                                            <p:strVal val="#ppt_x"/>
                                          </p:val>
                                        </p:tav>
                                      </p:tavLst>
                                    </p:anim>
                                    <p:anim calcmode="lin" valueType="num">
                                      <p:cBhvr additive="repl">
                                        <p:cTn id="196" dur="500" fill="hold"/>
                                        <p:tgtEl>
                                          <p:spTgt spid="111"/>
                                        </p:tgtEl>
                                        <p:attrNameLst>
                                          <p:attrName>ppt_y</p:attrName>
                                        </p:attrNameLst>
                                      </p:cBhvr>
                                      <p:tavLst>
                                        <p:tav>
                                          <p:val>
                                            <p:strVal val="0-#ppt_h/2"/>
                                          </p:val>
                                        </p:tav>
                                        <p:tav tm="100000">
                                          <p:val>
                                            <p:strVal val="#ppt_y"/>
                                          </p:val>
                                        </p:tav>
                                      </p:tavLst>
                                    </p:anim>
                                  </p:childTnLst>
                                </p:cTn>
                              </p:par>
                              <p:par>
                                <p:cTn id="197" presetID="2" presetClass="entr" fill="hold" nodeType="withEffect" presetSubtype="4">
                                  <p:stCondLst>
                                    <p:cond delay="0"/>
                                  </p:stCondLst>
                                  <p:childTnLst>
                                    <p:set>
                                      <p:cBhvr>
                                        <p:cTn id="198" dur="1" fill="hold">
                                          <p:stCondLst>
                                            <p:cond delay="0"/>
                                          </p:stCondLst>
                                        </p:cTn>
                                        <p:tgtEl>
                                          <p:spTgt spid="110"/>
                                        </p:tgtEl>
                                        <p:attrNameLst>
                                          <p:attrName>style.visibility</p:attrName>
                                        </p:attrNameLst>
                                      </p:cBhvr>
                                      <p:to>
                                        <p:strVal val="visible"/>
                                      </p:to>
                                    </p:set>
                                    <p:anim calcmode="lin" valueType="num">
                                      <p:cBhvr additive="repl">
                                        <p:cTn id="199" dur="500" fill="hold"/>
                                        <p:tgtEl>
                                          <p:spTgt spid="110"/>
                                        </p:tgtEl>
                                        <p:attrNameLst>
                                          <p:attrName>ppt_x</p:attrName>
                                        </p:attrNameLst>
                                      </p:cBhvr>
                                      <p:tavLst>
                                        <p:tav>
                                          <p:val>
                                            <p:strVal val="#ppt_x"/>
                                          </p:val>
                                        </p:tav>
                                        <p:tav tm="100000">
                                          <p:val>
                                            <p:strVal val="#ppt_x"/>
                                          </p:val>
                                        </p:tav>
                                      </p:tavLst>
                                    </p:anim>
                                    <p:anim calcmode="lin" valueType="num">
                                      <p:cBhvr additive="repl">
                                        <p:cTn id="200" dur="500" fill="hold"/>
                                        <p:tgtEl>
                                          <p:spTgt spid="110"/>
                                        </p:tgtEl>
                                        <p:attrNameLst>
                                          <p:attrName>ppt_y</p:attrName>
                                        </p:attrNameLst>
                                      </p:cBhvr>
                                      <p:tavLst>
                                        <p:tav>
                                          <p:val>
                                            <p:strVal val="1+#ppt_h/2"/>
                                          </p:val>
                                        </p:tav>
                                        <p:tav tm="100000">
                                          <p:val>
                                            <p:strVal val="#ppt_y"/>
                                          </p:val>
                                        </p:tav>
                                      </p:tavLst>
                                    </p:anim>
                                  </p:childTnLst>
                                </p:cTn>
                              </p:par>
                              <p:par>
                                <p:cTn id="201" presetID="2" presetClass="entr" fill="hold" nodeType="withEffect" presetSubtype="3">
                                  <p:stCondLst>
                                    <p:cond delay="0"/>
                                  </p:stCondLst>
                                  <p:childTnLst>
                                    <p:set>
                                      <p:cBhvr>
                                        <p:cTn id="202" dur="1" fill="hold">
                                          <p:stCondLst>
                                            <p:cond delay="0"/>
                                          </p:stCondLst>
                                        </p:cTn>
                                        <p:tgtEl>
                                          <p:spTgt spid="97"/>
                                        </p:tgtEl>
                                        <p:attrNameLst>
                                          <p:attrName>style.visibility</p:attrName>
                                        </p:attrNameLst>
                                      </p:cBhvr>
                                      <p:to>
                                        <p:strVal val="visible"/>
                                      </p:to>
                                    </p:set>
                                    <p:anim calcmode="lin" valueType="num">
                                      <p:cBhvr additive="repl">
                                        <p:cTn id="203" dur="500" fill="hold"/>
                                        <p:tgtEl>
                                          <p:spTgt spid="97"/>
                                        </p:tgtEl>
                                        <p:attrNameLst>
                                          <p:attrName>ppt_x</p:attrName>
                                        </p:attrNameLst>
                                      </p:cBhvr>
                                      <p:tavLst>
                                        <p:tav>
                                          <p:val>
                                            <p:strVal val="1+#ppt_w/2"/>
                                          </p:val>
                                        </p:tav>
                                        <p:tav tm="100000">
                                          <p:val>
                                            <p:strVal val="#ppt_x"/>
                                          </p:val>
                                        </p:tav>
                                      </p:tavLst>
                                    </p:anim>
                                    <p:anim calcmode="lin" valueType="num">
                                      <p:cBhvr additive="repl">
                                        <p:cTn id="204" dur="500" fill="hold"/>
                                        <p:tgtEl>
                                          <p:spTgt spid="97"/>
                                        </p:tgtEl>
                                        <p:attrNameLst>
                                          <p:attrName>ppt_y</p:attrName>
                                        </p:attrNameLst>
                                      </p:cBhvr>
                                      <p:tavLst>
                                        <p:tav>
                                          <p:val>
                                            <p:strVal val="0-#ppt_h/2"/>
                                          </p:val>
                                        </p:tav>
                                        <p:tav tm="100000">
                                          <p:val>
                                            <p:strVal val="#ppt_y"/>
                                          </p:val>
                                        </p:tav>
                                      </p:tavLst>
                                    </p:anim>
                                  </p:childTnLst>
                                </p:cTn>
                              </p:par>
                              <p:par>
                                <p:cTn id="205" presetID="2" presetClass="entr" fill="hold" nodeType="withEffect" presetSubtype="2">
                                  <p:stCondLst>
                                    <p:cond delay="0"/>
                                  </p:stCondLst>
                                  <p:childTnLst>
                                    <p:set>
                                      <p:cBhvr>
                                        <p:cTn id="206" dur="1" fill="hold">
                                          <p:stCondLst>
                                            <p:cond delay="0"/>
                                          </p:stCondLst>
                                        </p:cTn>
                                        <p:tgtEl>
                                          <p:spTgt spid="100"/>
                                        </p:tgtEl>
                                        <p:attrNameLst>
                                          <p:attrName>style.visibility</p:attrName>
                                        </p:attrNameLst>
                                      </p:cBhvr>
                                      <p:to>
                                        <p:strVal val="visible"/>
                                      </p:to>
                                    </p:set>
                                    <p:anim calcmode="lin" valueType="num">
                                      <p:cBhvr additive="repl">
                                        <p:cTn id="207" dur="500" fill="hold"/>
                                        <p:tgtEl>
                                          <p:spTgt spid="100"/>
                                        </p:tgtEl>
                                        <p:attrNameLst>
                                          <p:attrName>ppt_x</p:attrName>
                                        </p:attrNameLst>
                                      </p:cBhvr>
                                      <p:tavLst>
                                        <p:tav>
                                          <p:val>
                                            <p:strVal val="1+#ppt_w/2"/>
                                          </p:val>
                                        </p:tav>
                                        <p:tav tm="100000">
                                          <p:val>
                                            <p:strVal val="#ppt_x"/>
                                          </p:val>
                                        </p:tav>
                                      </p:tavLst>
                                    </p:anim>
                                    <p:anim calcmode="lin" valueType="num">
                                      <p:cBhvr additive="repl">
                                        <p:cTn id="208" dur="500" fill="hold"/>
                                        <p:tgtEl>
                                          <p:spTgt spid="100"/>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112" name="Picture 1" descr="image.png"/>
          <p:cNvPicPr/>
          <p:nvPr/>
        </p:nvPicPr>
        <p:blipFill>
          <a:blip r:embed="rId1"/>
          <a:stretch/>
        </p:blipFill>
        <p:spPr>
          <a:xfrm>
            <a:off x="0" y="0"/>
            <a:ext cx="12191040" cy="6856920"/>
          </a:xfrm>
          <a:prstGeom prst="rect">
            <a:avLst/>
          </a:prstGeom>
          <a:noFill/>
          <a:ln w="0">
            <a:noFill/>
          </a:ln>
        </p:spPr>
      </p:pic>
      <p:sp>
        <p:nvSpPr>
          <p:cNvPr id="113" name="Rounded Rectangle 2"/>
          <p:cNvSpPr/>
          <p:nvPr/>
        </p:nvSpPr>
        <p:spPr>
          <a:xfrm>
            <a:off x="609480" y="2209680"/>
            <a:ext cx="3504240" cy="3856680"/>
          </a:xfrm>
          <a:prstGeom prst="roundRect">
            <a:avLst>
              <a:gd name="adj" fmla="val 5726"/>
            </a:avLst>
          </a:prstGeom>
          <a:solidFill>
            <a:srgbClr val="FFFDFD"/>
          </a:solidFill>
          <a:ln>
            <a:solidFill>
              <a:srgbClr val="FBCFE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4" name="Rounded Rectangle 3"/>
          <p:cNvSpPr/>
          <p:nvPr/>
        </p:nvSpPr>
        <p:spPr>
          <a:xfrm>
            <a:off x="4343400" y="2209680"/>
            <a:ext cx="3504240" cy="3856680"/>
          </a:xfrm>
          <a:prstGeom prst="roundRect">
            <a:avLst>
              <a:gd name="adj" fmla="val 5726"/>
            </a:avLst>
          </a:prstGeom>
          <a:solidFill>
            <a:srgbClr val="FFFDFD"/>
          </a:solidFill>
          <a:ln>
            <a:solidFill>
              <a:srgbClr val="E9D5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5" name="Rounded Rectangle 4"/>
          <p:cNvSpPr/>
          <p:nvPr/>
        </p:nvSpPr>
        <p:spPr>
          <a:xfrm>
            <a:off x="8077320" y="2209680"/>
            <a:ext cx="3504240" cy="3856680"/>
          </a:xfrm>
          <a:prstGeom prst="roundRect">
            <a:avLst>
              <a:gd name="adj" fmla="val 5726"/>
            </a:avLst>
          </a:prstGeom>
          <a:solidFill>
            <a:srgbClr val="FFFDFD"/>
          </a:solidFill>
          <a:ln>
            <a:solidFill>
              <a:srgbClr val="FEF08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6" name="TextBox 5"/>
          <p:cNvSpPr/>
          <p:nvPr/>
        </p:nvSpPr>
        <p:spPr>
          <a:xfrm>
            <a:off x="299160" y="821160"/>
            <a:ext cx="140040" cy="3373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200" b="1" u="none" strike="noStrike">
                <a:solidFill>
                  <a:srgbClr val="BE185D"/>
                </a:solidFill>
                <a:effectLst/>
                <a:uFillTx/>
                <a:latin typeface="Times New Roman"/>
              </a:rPr>
              <a:t>2</a:t>
            </a:r>
            <a:endParaRPr lang="vi-VN" sz="2200" b="0" u="none" strike="noStrike">
              <a:solidFill>
                <a:srgbClr val="000000"/>
              </a:solidFill>
              <a:effectLst/>
              <a:uFillTx/>
              <a:latin typeface="Arial"/>
            </a:endParaRPr>
          </a:p>
        </p:txBody>
      </p:sp>
      <p:sp>
        <p:nvSpPr>
          <p:cNvPr id="117" name="TextBox 6"/>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KHÔNG KHOAN DUNG LÀ MỘT HÌNH THỨC BẠO LỰC</a:t>
            </a:r>
            <a:endParaRPr lang="vi-VN" sz="2700" b="0" u="none" strike="noStrike">
              <a:solidFill>
                <a:srgbClr val="000000"/>
              </a:solidFill>
              <a:effectLst/>
              <a:uFillTx/>
              <a:latin typeface="Arial"/>
            </a:endParaRPr>
          </a:p>
        </p:txBody>
      </p:sp>
      <p:sp>
        <p:nvSpPr>
          <p:cNvPr id="118" name="TextBox 7"/>
          <p:cNvSpPr/>
          <p:nvPr/>
        </p:nvSpPr>
        <p:spPr>
          <a:xfrm>
            <a:off x="838080" y="3211920"/>
            <a:ext cx="3142080" cy="306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C026D3"/>
                </a:solidFill>
                <a:effectLst/>
                <a:uFillTx/>
                <a:latin typeface="Times New Roman"/>
              </a:rPr>
              <a:t>BẠO LỰC NGÔN TỪ</a:t>
            </a:r>
            <a:endParaRPr lang="vi-VN" sz="2000" b="0" u="none" strike="noStrike">
              <a:solidFill>
                <a:srgbClr val="000000"/>
              </a:solidFill>
              <a:effectLst/>
              <a:uFillTx/>
              <a:latin typeface="Arial"/>
            </a:endParaRPr>
          </a:p>
        </p:txBody>
      </p:sp>
      <p:sp>
        <p:nvSpPr>
          <p:cNvPr id="119" name="TextBox 8"/>
          <p:cNvSpPr/>
          <p:nvPr/>
        </p:nvSpPr>
        <p:spPr>
          <a:xfrm>
            <a:off x="4572000" y="3197880"/>
            <a:ext cx="3142080" cy="306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7E22CE"/>
                </a:solidFill>
                <a:effectLst/>
                <a:uFillTx/>
                <a:latin typeface="Times New Roman"/>
              </a:rPr>
              <a:t>BẠO LỰC TÂM LÝ</a:t>
            </a:r>
            <a:endParaRPr lang="vi-VN" sz="2000" b="0" u="none" strike="noStrike">
              <a:solidFill>
                <a:srgbClr val="000000"/>
              </a:solidFill>
              <a:effectLst/>
              <a:uFillTx/>
              <a:latin typeface="Arial"/>
            </a:endParaRPr>
          </a:p>
        </p:txBody>
      </p:sp>
      <p:sp>
        <p:nvSpPr>
          <p:cNvPr id="120" name="TextBox 9"/>
          <p:cNvSpPr/>
          <p:nvPr/>
        </p:nvSpPr>
        <p:spPr>
          <a:xfrm>
            <a:off x="8305920" y="3197880"/>
            <a:ext cx="3142080" cy="306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B45309"/>
                </a:solidFill>
                <a:effectLst/>
                <a:uFillTx/>
                <a:latin typeface="Times New Roman"/>
              </a:rPr>
              <a:t>BẠO LỰC THỂ CHẾ</a:t>
            </a:r>
            <a:endParaRPr lang="vi-VN" sz="2000" b="0" u="none" strike="noStrike">
              <a:solidFill>
                <a:srgbClr val="000000"/>
              </a:solidFill>
              <a:effectLst/>
              <a:uFillTx/>
              <a:latin typeface="Arial"/>
            </a:endParaRPr>
          </a:p>
        </p:txBody>
      </p:sp>
      <p:sp>
        <p:nvSpPr>
          <p:cNvPr id="121" name="TextBox 10"/>
          <p:cNvSpPr/>
          <p:nvPr/>
        </p:nvSpPr>
        <p:spPr>
          <a:xfrm>
            <a:off x="838080" y="3636000"/>
            <a:ext cx="210384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Miệt thị &amp; Hạ thấp</a:t>
            </a:r>
            <a:endParaRPr lang="vi-VN" sz="2000" b="0" u="none" strike="noStrike">
              <a:solidFill>
                <a:srgbClr val="000000"/>
              </a:solidFill>
              <a:effectLst/>
              <a:uFillTx/>
              <a:latin typeface="Arial"/>
            </a:endParaRPr>
          </a:p>
        </p:txBody>
      </p:sp>
      <p:sp>
        <p:nvSpPr>
          <p:cNvPr id="122" name="TextBox 11"/>
          <p:cNvSpPr/>
          <p:nvPr/>
        </p:nvSpPr>
        <p:spPr>
          <a:xfrm>
            <a:off x="838080" y="4098600"/>
            <a:ext cx="3123000" cy="97344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2000" b="0" u="none" strike="noStrike">
                <a:solidFill>
                  <a:srgbClr val="475569"/>
                </a:solidFill>
                <a:effectLst/>
                <a:uFillTx/>
                <a:latin typeface="Times New Roman"/>
              </a:rPr>
              <a:t>Sử dụng lời nói để lăng mạ, tấn công danh dự và làm tổn thương nhân phẩm người khác.</a:t>
            </a:r>
            <a:endParaRPr lang="vi-VN" sz="2000" b="0" u="none" strike="noStrike">
              <a:solidFill>
                <a:srgbClr val="000000"/>
              </a:solidFill>
              <a:effectLst/>
              <a:uFillTx/>
              <a:latin typeface="Arial"/>
            </a:endParaRPr>
          </a:p>
        </p:txBody>
      </p:sp>
      <p:sp>
        <p:nvSpPr>
          <p:cNvPr id="123" name="TextBox 12"/>
          <p:cNvSpPr/>
          <p:nvPr/>
        </p:nvSpPr>
        <p:spPr>
          <a:xfrm>
            <a:off x="4566240" y="3627000"/>
            <a:ext cx="206064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Cô lập &amp; Tẩy chay</a:t>
            </a:r>
            <a:endParaRPr lang="vi-VN" sz="2000" b="0" u="none" strike="noStrike">
              <a:solidFill>
                <a:srgbClr val="000000"/>
              </a:solidFill>
              <a:effectLst/>
              <a:uFillTx/>
              <a:latin typeface="Arial"/>
            </a:endParaRPr>
          </a:p>
        </p:txBody>
      </p:sp>
      <p:sp>
        <p:nvSpPr>
          <p:cNvPr id="124" name="TextBox 13"/>
          <p:cNvSpPr/>
          <p:nvPr/>
        </p:nvSpPr>
        <p:spPr>
          <a:xfrm>
            <a:off x="4591080" y="4082040"/>
            <a:ext cx="3123000" cy="72972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2000" b="0" u="none" strike="noStrike">
                <a:solidFill>
                  <a:srgbClr val="475569"/>
                </a:solidFill>
                <a:effectLst/>
                <a:uFillTx/>
                <a:latin typeface="Times New Roman"/>
              </a:rPr>
              <a:t>Gây áp lực tinh thần khủng hại, gạt bỏ sự tham gia của cá nhân ra khỏi cộng đồng.</a:t>
            </a:r>
            <a:endParaRPr lang="vi-VN" sz="2000" b="0" u="none" strike="noStrike">
              <a:solidFill>
                <a:srgbClr val="000000"/>
              </a:solidFill>
              <a:effectLst/>
              <a:uFillTx/>
              <a:latin typeface="Arial"/>
            </a:endParaRPr>
          </a:p>
        </p:txBody>
      </p:sp>
      <p:sp>
        <p:nvSpPr>
          <p:cNvPr id="125" name="TextBox 14"/>
          <p:cNvSpPr/>
          <p:nvPr/>
        </p:nvSpPr>
        <p:spPr>
          <a:xfrm>
            <a:off x="8315280" y="3631320"/>
            <a:ext cx="221112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Tước đoạt quyền lợi</a:t>
            </a:r>
            <a:endParaRPr lang="vi-VN" sz="2000" b="0" u="none" strike="noStrike">
              <a:solidFill>
                <a:srgbClr val="000000"/>
              </a:solidFill>
              <a:effectLst/>
              <a:uFillTx/>
              <a:latin typeface="Arial"/>
            </a:endParaRPr>
          </a:p>
        </p:txBody>
      </p:sp>
      <p:sp>
        <p:nvSpPr>
          <p:cNvPr id="126" name="TextBox 15"/>
          <p:cNvSpPr/>
          <p:nvPr/>
        </p:nvSpPr>
        <p:spPr>
          <a:xfrm>
            <a:off x="8315280" y="4034880"/>
            <a:ext cx="3123000" cy="72972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2000" b="0" u="none" strike="noStrike">
                <a:solidFill>
                  <a:srgbClr val="475569"/>
                </a:solidFill>
                <a:effectLst/>
                <a:uFillTx/>
                <a:latin typeface="Times New Roman"/>
              </a:rPr>
              <a:t>Hạn chế sự bình đẳng về cơ hội phát triển và quyền tự do bày tỏ chính kiến.</a:t>
            </a:r>
            <a:endParaRPr lang="vi-V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09" dur="indefinite" restart="never" nodeType="tmRoot">
          <p:childTnLst>
            <p:seq>
              <p:cTn id="210" dur="indefinite" nodeType="mainSeq">
                <p:childTnLst>
                  <p:par>
                    <p:cTn id="211" fill="hold">
                      <p:stCondLst>
                        <p:cond delay="0"/>
                      </p:stCondLst>
                      <p:childTnLst>
                        <p:par>
                          <p:cTn id="212" fill="hold">
                            <p:stCondLst>
                              <p:cond delay="0"/>
                            </p:stCondLst>
                            <p:childTnLst>
                              <p:par>
                                <p:cTn id="213" presetID="2" presetClass="entr" fill="hold" nodeType="afterEffect" presetSubtype="2">
                                  <p:stCondLst>
                                    <p:cond delay="0"/>
                                  </p:stCondLst>
                                  <p:childTnLst>
                                    <p:set>
                                      <p:cBhvr>
                                        <p:cTn id="214" dur="1" fill="hold">
                                          <p:stCondLst>
                                            <p:cond delay="0"/>
                                          </p:stCondLst>
                                        </p:cTn>
                                        <p:tgtEl>
                                          <p:spTgt spid="116"/>
                                        </p:tgtEl>
                                        <p:attrNameLst>
                                          <p:attrName>style.visibility</p:attrName>
                                        </p:attrNameLst>
                                      </p:cBhvr>
                                      <p:to>
                                        <p:strVal val="visible"/>
                                      </p:to>
                                    </p:set>
                                    <p:anim calcmode="lin" valueType="num">
                                      <p:cBhvr additive="repl">
                                        <p:cTn id="215" dur="500" fill="hold"/>
                                        <p:tgtEl>
                                          <p:spTgt spid="116"/>
                                        </p:tgtEl>
                                        <p:attrNameLst>
                                          <p:attrName>ppt_x</p:attrName>
                                        </p:attrNameLst>
                                      </p:cBhvr>
                                      <p:tavLst>
                                        <p:tav>
                                          <p:val>
                                            <p:strVal val="1+#ppt_w/2"/>
                                          </p:val>
                                        </p:tav>
                                        <p:tav tm="100000">
                                          <p:val>
                                            <p:strVal val="#ppt_x"/>
                                          </p:val>
                                        </p:tav>
                                      </p:tavLst>
                                    </p:anim>
                                    <p:anim calcmode="lin" valueType="num">
                                      <p:cBhvr additive="repl">
                                        <p:cTn id="216" dur="500" fill="hold"/>
                                        <p:tgtEl>
                                          <p:spTgt spid="116"/>
                                        </p:tgtEl>
                                        <p:attrNameLst>
                                          <p:attrName>ppt_y</p:attrName>
                                        </p:attrNameLst>
                                      </p:cBhvr>
                                      <p:tavLst>
                                        <p:tav>
                                          <p:val>
                                            <p:strVal val="#ppt_y"/>
                                          </p:val>
                                        </p:tav>
                                        <p:tav tm="100000">
                                          <p:val>
                                            <p:strVal val="#ppt_y"/>
                                          </p:val>
                                        </p:tav>
                                      </p:tavLst>
                                    </p:anim>
                                  </p:childTnLst>
                                </p:cTn>
                              </p:par>
                              <p:par>
                                <p:cTn id="217" presetID="2" presetClass="entr" fill="hold" nodeType="withEffect" presetSubtype="4">
                                  <p:stCondLst>
                                    <p:cond delay="0"/>
                                  </p:stCondLst>
                                  <p:childTnLst>
                                    <p:set>
                                      <p:cBhvr>
                                        <p:cTn id="218" dur="1" fill="hold">
                                          <p:stCondLst>
                                            <p:cond delay="0"/>
                                          </p:stCondLst>
                                        </p:cTn>
                                        <p:tgtEl>
                                          <p:spTgt spid="117"/>
                                        </p:tgtEl>
                                        <p:attrNameLst>
                                          <p:attrName>style.visibility</p:attrName>
                                        </p:attrNameLst>
                                      </p:cBhvr>
                                      <p:to>
                                        <p:strVal val="visible"/>
                                      </p:to>
                                    </p:set>
                                    <p:anim calcmode="lin" valueType="num">
                                      <p:cBhvr additive="repl">
                                        <p:cTn id="219" dur="500" fill="hold"/>
                                        <p:tgtEl>
                                          <p:spTgt spid="117"/>
                                        </p:tgtEl>
                                        <p:attrNameLst>
                                          <p:attrName>ppt_x</p:attrName>
                                        </p:attrNameLst>
                                      </p:cBhvr>
                                      <p:tavLst>
                                        <p:tav>
                                          <p:val>
                                            <p:strVal val="#ppt_x"/>
                                          </p:val>
                                        </p:tav>
                                        <p:tav tm="100000">
                                          <p:val>
                                            <p:strVal val="#ppt_x"/>
                                          </p:val>
                                        </p:tav>
                                      </p:tavLst>
                                    </p:anim>
                                    <p:anim calcmode="lin" valueType="num">
                                      <p:cBhvr additive="repl">
                                        <p:cTn id="220" dur="500" fill="hold"/>
                                        <p:tgtEl>
                                          <p:spTgt spid="117"/>
                                        </p:tgtEl>
                                        <p:attrNameLst>
                                          <p:attrName>ppt_y</p:attrName>
                                        </p:attrNameLst>
                                      </p:cBhvr>
                                      <p:tavLst>
                                        <p:tav>
                                          <p:val>
                                            <p:strVal val="1+#ppt_h/2"/>
                                          </p:val>
                                        </p:tav>
                                        <p:tav tm="100000">
                                          <p:val>
                                            <p:strVal val="#ppt_y"/>
                                          </p:val>
                                        </p:tav>
                                      </p:tavLst>
                                    </p:anim>
                                  </p:childTnLst>
                                </p:cTn>
                              </p:par>
                            </p:childTnLst>
                          </p:cTn>
                        </p:par>
                        <p:par>
                          <p:cTn id="221" fill="hold">
                            <p:stCondLst>
                              <p:cond delay="500"/>
                            </p:stCondLst>
                            <p:childTnLst>
                              <p:par>
                                <p:cTn id="222" presetID="2" presetClass="entr" fill="hold" nodeType="afterEffect" presetSubtype="1">
                                  <p:stCondLst>
                                    <p:cond delay="0"/>
                                  </p:stCondLst>
                                  <p:childTnLst>
                                    <p:set>
                                      <p:cBhvr>
                                        <p:cTn id="223" dur="1" fill="hold">
                                          <p:stCondLst>
                                            <p:cond delay="0"/>
                                          </p:stCondLst>
                                        </p:cTn>
                                        <p:tgtEl>
                                          <p:spTgt spid="118"/>
                                        </p:tgtEl>
                                        <p:attrNameLst>
                                          <p:attrName>style.visibility</p:attrName>
                                        </p:attrNameLst>
                                      </p:cBhvr>
                                      <p:to>
                                        <p:strVal val="visible"/>
                                      </p:to>
                                    </p:set>
                                    <p:anim calcmode="lin" valueType="num">
                                      <p:cBhvr additive="repl">
                                        <p:cTn id="224" dur="500" fill="hold"/>
                                        <p:tgtEl>
                                          <p:spTgt spid="118"/>
                                        </p:tgtEl>
                                        <p:attrNameLst>
                                          <p:attrName>ppt_x</p:attrName>
                                        </p:attrNameLst>
                                      </p:cBhvr>
                                      <p:tavLst>
                                        <p:tav>
                                          <p:val>
                                            <p:strVal val="#ppt_x"/>
                                          </p:val>
                                        </p:tav>
                                        <p:tav tm="100000">
                                          <p:val>
                                            <p:strVal val="#ppt_x"/>
                                          </p:val>
                                        </p:tav>
                                      </p:tavLst>
                                    </p:anim>
                                    <p:anim calcmode="lin" valueType="num">
                                      <p:cBhvr additive="repl">
                                        <p:cTn id="225" dur="500" fill="hold"/>
                                        <p:tgtEl>
                                          <p:spTgt spid="118"/>
                                        </p:tgtEl>
                                        <p:attrNameLst>
                                          <p:attrName>ppt_y</p:attrName>
                                        </p:attrNameLst>
                                      </p:cBhvr>
                                      <p:tavLst>
                                        <p:tav>
                                          <p:val>
                                            <p:strVal val="0-#ppt_h/2"/>
                                          </p:val>
                                        </p:tav>
                                        <p:tav tm="100000">
                                          <p:val>
                                            <p:strVal val="#ppt_y"/>
                                          </p:val>
                                        </p:tav>
                                      </p:tavLst>
                                    </p:anim>
                                  </p:childTnLst>
                                </p:cTn>
                              </p:par>
                              <p:par>
                                <p:cTn id="226" presetID="2" presetClass="entr" fill="hold" nodeType="withEffect" presetSubtype="9">
                                  <p:stCondLst>
                                    <p:cond delay="0"/>
                                  </p:stCondLst>
                                  <p:childTnLst>
                                    <p:set>
                                      <p:cBhvr>
                                        <p:cTn id="227" dur="1" fill="hold">
                                          <p:stCondLst>
                                            <p:cond delay="0"/>
                                          </p:stCondLst>
                                        </p:cTn>
                                        <p:tgtEl>
                                          <p:spTgt spid="121"/>
                                        </p:tgtEl>
                                        <p:attrNameLst>
                                          <p:attrName>style.visibility</p:attrName>
                                        </p:attrNameLst>
                                      </p:cBhvr>
                                      <p:to>
                                        <p:strVal val="visible"/>
                                      </p:to>
                                    </p:set>
                                    <p:anim calcmode="lin" valueType="num">
                                      <p:cBhvr additive="repl">
                                        <p:cTn id="228" dur="500" fill="hold"/>
                                        <p:tgtEl>
                                          <p:spTgt spid="121"/>
                                        </p:tgtEl>
                                        <p:attrNameLst>
                                          <p:attrName>ppt_x</p:attrName>
                                        </p:attrNameLst>
                                      </p:cBhvr>
                                      <p:tavLst>
                                        <p:tav>
                                          <p:val>
                                            <p:strVal val="0-#ppt_w/2"/>
                                          </p:val>
                                        </p:tav>
                                        <p:tav tm="100000">
                                          <p:val>
                                            <p:strVal val="#ppt_x"/>
                                          </p:val>
                                        </p:tav>
                                      </p:tavLst>
                                    </p:anim>
                                    <p:anim calcmode="lin" valueType="num">
                                      <p:cBhvr additive="repl">
                                        <p:cTn id="229" dur="500" fill="hold"/>
                                        <p:tgtEl>
                                          <p:spTgt spid="121"/>
                                        </p:tgtEl>
                                        <p:attrNameLst>
                                          <p:attrName>ppt_y</p:attrName>
                                        </p:attrNameLst>
                                      </p:cBhvr>
                                      <p:tavLst>
                                        <p:tav>
                                          <p:val>
                                            <p:strVal val="0-#ppt_h/2"/>
                                          </p:val>
                                        </p:tav>
                                        <p:tav tm="100000">
                                          <p:val>
                                            <p:strVal val="#ppt_y"/>
                                          </p:val>
                                        </p:tav>
                                      </p:tavLst>
                                    </p:anim>
                                  </p:childTnLst>
                                </p:cTn>
                              </p:par>
                              <p:par>
                                <p:cTn id="230" presetID="2" presetClass="entr" fill="hold" nodeType="withEffect" presetSubtype="12">
                                  <p:stCondLst>
                                    <p:cond delay="0"/>
                                  </p:stCondLst>
                                  <p:childTnLst>
                                    <p:set>
                                      <p:cBhvr>
                                        <p:cTn id="231" dur="1" fill="hold">
                                          <p:stCondLst>
                                            <p:cond delay="0"/>
                                          </p:stCondLst>
                                        </p:cTn>
                                        <p:tgtEl>
                                          <p:spTgt spid="122"/>
                                        </p:tgtEl>
                                        <p:attrNameLst>
                                          <p:attrName>style.visibility</p:attrName>
                                        </p:attrNameLst>
                                      </p:cBhvr>
                                      <p:to>
                                        <p:strVal val="visible"/>
                                      </p:to>
                                    </p:set>
                                    <p:anim calcmode="lin" valueType="num">
                                      <p:cBhvr additive="repl">
                                        <p:cTn id="232" dur="500" fill="hold"/>
                                        <p:tgtEl>
                                          <p:spTgt spid="122"/>
                                        </p:tgtEl>
                                        <p:attrNameLst>
                                          <p:attrName>ppt_x</p:attrName>
                                        </p:attrNameLst>
                                      </p:cBhvr>
                                      <p:tavLst>
                                        <p:tav>
                                          <p:val>
                                            <p:strVal val="0-#ppt_w/2"/>
                                          </p:val>
                                        </p:tav>
                                        <p:tav tm="100000">
                                          <p:val>
                                            <p:strVal val="#ppt_x"/>
                                          </p:val>
                                        </p:tav>
                                      </p:tavLst>
                                    </p:anim>
                                    <p:anim calcmode="lin" valueType="num">
                                      <p:cBhvr additive="repl">
                                        <p:cTn id="233" dur="500" fill="hold"/>
                                        <p:tgtEl>
                                          <p:spTgt spid="122"/>
                                        </p:tgtEl>
                                        <p:attrNameLst>
                                          <p:attrName>ppt_y</p:attrName>
                                        </p:attrNameLst>
                                      </p:cBhvr>
                                      <p:tavLst>
                                        <p:tav>
                                          <p:val>
                                            <p:strVal val="1+#ppt_h/2"/>
                                          </p:val>
                                        </p:tav>
                                        <p:tav tm="100000">
                                          <p:val>
                                            <p:strVal val="#ppt_y"/>
                                          </p:val>
                                        </p:tav>
                                      </p:tavLst>
                                    </p:anim>
                                  </p:childTnLst>
                                </p:cTn>
                              </p:par>
                              <p:par>
                                <p:cTn id="234" presetID="2" presetClass="entr" fill="hold" nodeType="withEffect" presetSubtype="3">
                                  <p:stCondLst>
                                    <p:cond delay="0"/>
                                  </p:stCondLst>
                                  <p:childTnLst>
                                    <p:set>
                                      <p:cBhvr>
                                        <p:cTn id="235" dur="1" fill="hold">
                                          <p:stCondLst>
                                            <p:cond delay="0"/>
                                          </p:stCondLst>
                                        </p:cTn>
                                        <p:tgtEl>
                                          <p:spTgt spid="113"/>
                                        </p:tgtEl>
                                        <p:attrNameLst>
                                          <p:attrName>style.visibility</p:attrName>
                                        </p:attrNameLst>
                                      </p:cBhvr>
                                      <p:to>
                                        <p:strVal val="visible"/>
                                      </p:to>
                                    </p:set>
                                    <p:anim calcmode="lin" valueType="num">
                                      <p:cBhvr additive="repl">
                                        <p:cTn id="236" dur="500" fill="hold"/>
                                        <p:tgtEl>
                                          <p:spTgt spid="113"/>
                                        </p:tgtEl>
                                        <p:attrNameLst>
                                          <p:attrName>ppt_x</p:attrName>
                                        </p:attrNameLst>
                                      </p:cBhvr>
                                      <p:tavLst>
                                        <p:tav>
                                          <p:val>
                                            <p:strVal val="1+#ppt_w/2"/>
                                          </p:val>
                                        </p:tav>
                                        <p:tav tm="100000">
                                          <p:val>
                                            <p:strVal val="#ppt_x"/>
                                          </p:val>
                                        </p:tav>
                                      </p:tavLst>
                                    </p:anim>
                                    <p:anim calcmode="lin" valueType="num">
                                      <p:cBhvr additive="repl">
                                        <p:cTn id="237" dur="500" fill="hold"/>
                                        <p:tgtEl>
                                          <p:spTgt spid="113"/>
                                        </p:tgtEl>
                                        <p:attrNameLst>
                                          <p:attrName>ppt_y</p:attrName>
                                        </p:attrNameLst>
                                      </p:cBhvr>
                                      <p:tavLst>
                                        <p:tav>
                                          <p:val>
                                            <p:strVal val="0-#ppt_h/2"/>
                                          </p:val>
                                        </p:tav>
                                        <p:tav tm="100000">
                                          <p:val>
                                            <p:strVal val="#ppt_y"/>
                                          </p:val>
                                        </p:tav>
                                      </p:tavLst>
                                    </p:anim>
                                  </p:childTnLst>
                                </p:cTn>
                              </p:par>
                            </p:childTnLst>
                          </p:cTn>
                        </p:par>
                        <p:par>
                          <p:cTn id="238" fill="hold">
                            <p:stCondLst>
                              <p:cond delay="1000"/>
                            </p:stCondLst>
                            <p:childTnLst>
                              <p:par>
                                <p:cTn id="239" presetID="2" presetClass="entr" fill="hold" nodeType="afterEffect" presetSubtype="2">
                                  <p:stCondLst>
                                    <p:cond delay="0"/>
                                  </p:stCondLst>
                                  <p:childTnLst>
                                    <p:set>
                                      <p:cBhvr>
                                        <p:cTn id="240" dur="1" fill="hold">
                                          <p:stCondLst>
                                            <p:cond delay="0"/>
                                          </p:stCondLst>
                                        </p:cTn>
                                        <p:tgtEl>
                                          <p:spTgt spid="123"/>
                                        </p:tgtEl>
                                        <p:attrNameLst>
                                          <p:attrName>style.visibility</p:attrName>
                                        </p:attrNameLst>
                                      </p:cBhvr>
                                      <p:to>
                                        <p:strVal val="visible"/>
                                      </p:to>
                                    </p:set>
                                    <p:anim calcmode="lin" valueType="num">
                                      <p:cBhvr additive="repl">
                                        <p:cTn id="241" dur="500" fill="hold"/>
                                        <p:tgtEl>
                                          <p:spTgt spid="123"/>
                                        </p:tgtEl>
                                        <p:attrNameLst>
                                          <p:attrName>ppt_x</p:attrName>
                                        </p:attrNameLst>
                                      </p:cBhvr>
                                      <p:tavLst>
                                        <p:tav>
                                          <p:val>
                                            <p:strVal val="1+#ppt_w/2"/>
                                          </p:val>
                                        </p:tav>
                                        <p:tav tm="100000">
                                          <p:val>
                                            <p:strVal val="#ppt_x"/>
                                          </p:val>
                                        </p:tav>
                                      </p:tavLst>
                                    </p:anim>
                                    <p:anim calcmode="lin" valueType="num">
                                      <p:cBhvr additive="repl">
                                        <p:cTn id="242" dur="500" fill="hold"/>
                                        <p:tgtEl>
                                          <p:spTgt spid="123"/>
                                        </p:tgtEl>
                                        <p:attrNameLst>
                                          <p:attrName>ppt_y</p:attrName>
                                        </p:attrNameLst>
                                      </p:cBhvr>
                                      <p:tavLst>
                                        <p:tav>
                                          <p:val>
                                            <p:strVal val="#ppt_y"/>
                                          </p:val>
                                        </p:tav>
                                        <p:tav tm="100000">
                                          <p:val>
                                            <p:strVal val="#ppt_y"/>
                                          </p:val>
                                        </p:tav>
                                      </p:tavLst>
                                    </p:anim>
                                  </p:childTnLst>
                                </p:cTn>
                              </p:par>
                              <p:par>
                                <p:cTn id="243" presetID="2" presetClass="entr" fill="hold" nodeType="withEffect" presetSubtype="8">
                                  <p:stCondLst>
                                    <p:cond delay="0"/>
                                  </p:stCondLst>
                                  <p:childTnLst>
                                    <p:set>
                                      <p:cBhvr>
                                        <p:cTn id="244" dur="1" fill="hold">
                                          <p:stCondLst>
                                            <p:cond delay="0"/>
                                          </p:stCondLst>
                                        </p:cTn>
                                        <p:tgtEl>
                                          <p:spTgt spid="119"/>
                                        </p:tgtEl>
                                        <p:attrNameLst>
                                          <p:attrName>style.visibility</p:attrName>
                                        </p:attrNameLst>
                                      </p:cBhvr>
                                      <p:to>
                                        <p:strVal val="visible"/>
                                      </p:to>
                                    </p:set>
                                    <p:anim calcmode="lin" valueType="num">
                                      <p:cBhvr additive="repl">
                                        <p:cTn id="245" dur="500" fill="hold"/>
                                        <p:tgtEl>
                                          <p:spTgt spid="119"/>
                                        </p:tgtEl>
                                        <p:attrNameLst>
                                          <p:attrName>ppt_x</p:attrName>
                                        </p:attrNameLst>
                                      </p:cBhvr>
                                      <p:tavLst>
                                        <p:tav>
                                          <p:val>
                                            <p:strVal val="0-#ppt_w/2"/>
                                          </p:val>
                                        </p:tav>
                                        <p:tav tm="100000">
                                          <p:val>
                                            <p:strVal val="#ppt_x"/>
                                          </p:val>
                                        </p:tav>
                                      </p:tavLst>
                                    </p:anim>
                                    <p:anim calcmode="lin" valueType="num">
                                      <p:cBhvr additive="repl">
                                        <p:cTn id="246" dur="500" fill="hold"/>
                                        <p:tgtEl>
                                          <p:spTgt spid="119"/>
                                        </p:tgtEl>
                                        <p:attrNameLst>
                                          <p:attrName>ppt_y</p:attrName>
                                        </p:attrNameLst>
                                      </p:cBhvr>
                                      <p:tavLst>
                                        <p:tav>
                                          <p:val>
                                            <p:strVal val="#ppt_y"/>
                                          </p:val>
                                        </p:tav>
                                        <p:tav tm="100000">
                                          <p:val>
                                            <p:strVal val="#ppt_y"/>
                                          </p:val>
                                        </p:tav>
                                      </p:tavLst>
                                    </p:anim>
                                  </p:childTnLst>
                                </p:cTn>
                              </p:par>
                              <p:par>
                                <p:cTn id="247" presetID="2" presetClass="entr" fill="hold" nodeType="withEffect" presetSubtype="1">
                                  <p:stCondLst>
                                    <p:cond delay="0"/>
                                  </p:stCondLst>
                                  <p:childTnLst>
                                    <p:set>
                                      <p:cBhvr>
                                        <p:cTn id="248" dur="1" fill="hold">
                                          <p:stCondLst>
                                            <p:cond delay="0"/>
                                          </p:stCondLst>
                                        </p:cTn>
                                        <p:tgtEl>
                                          <p:spTgt spid="124"/>
                                        </p:tgtEl>
                                        <p:attrNameLst>
                                          <p:attrName>style.visibility</p:attrName>
                                        </p:attrNameLst>
                                      </p:cBhvr>
                                      <p:to>
                                        <p:strVal val="visible"/>
                                      </p:to>
                                    </p:set>
                                    <p:anim calcmode="lin" valueType="num">
                                      <p:cBhvr additive="repl">
                                        <p:cTn id="249" dur="500" fill="hold"/>
                                        <p:tgtEl>
                                          <p:spTgt spid="124"/>
                                        </p:tgtEl>
                                        <p:attrNameLst>
                                          <p:attrName>ppt_x</p:attrName>
                                        </p:attrNameLst>
                                      </p:cBhvr>
                                      <p:tavLst>
                                        <p:tav>
                                          <p:val>
                                            <p:strVal val="#ppt_x"/>
                                          </p:val>
                                        </p:tav>
                                        <p:tav tm="100000">
                                          <p:val>
                                            <p:strVal val="#ppt_x"/>
                                          </p:val>
                                        </p:tav>
                                      </p:tavLst>
                                    </p:anim>
                                    <p:anim calcmode="lin" valueType="num">
                                      <p:cBhvr additive="repl">
                                        <p:cTn id="250" dur="500" fill="hold"/>
                                        <p:tgtEl>
                                          <p:spTgt spid="124"/>
                                        </p:tgtEl>
                                        <p:attrNameLst>
                                          <p:attrName>ppt_y</p:attrName>
                                        </p:attrNameLst>
                                      </p:cBhvr>
                                      <p:tavLst>
                                        <p:tav>
                                          <p:val>
                                            <p:strVal val="0-#ppt_h/2"/>
                                          </p:val>
                                        </p:tav>
                                        <p:tav tm="100000">
                                          <p:val>
                                            <p:strVal val="#ppt_y"/>
                                          </p:val>
                                        </p:tav>
                                      </p:tavLst>
                                    </p:anim>
                                  </p:childTnLst>
                                </p:cTn>
                              </p:par>
                              <p:par>
                                <p:cTn id="251" presetID="2" presetClass="entr" fill="hold" nodeType="withEffect" presetSubtype="3">
                                  <p:stCondLst>
                                    <p:cond delay="0"/>
                                  </p:stCondLst>
                                  <p:childTnLst>
                                    <p:set>
                                      <p:cBhvr>
                                        <p:cTn id="252" dur="1" fill="hold">
                                          <p:stCondLst>
                                            <p:cond delay="0"/>
                                          </p:stCondLst>
                                        </p:cTn>
                                        <p:tgtEl>
                                          <p:spTgt spid="114"/>
                                        </p:tgtEl>
                                        <p:attrNameLst>
                                          <p:attrName>style.visibility</p:attrName>
                                        </p:attrNameLst>
                                      </p:cBhvr>
                                      <p:to>
                                        <p:strVal val="visible"/>
                                      </p:to>
                                    </p:set>
                                    <p:anim calcmode="lin" valueType="num">
                                      <p:cBhvr additive="repl">
                                        <p:cTn id="253" dur="500" fill="hold"/>
                                        <p:tgtEl>
                                          <p:spTgt spid="114"/>
                                        </p:tgtEl>
                                        <p:attrNameLst>
                                          <p:attrName>ppt_x</p:attrName>
                                        </p:attrNameLst>
                                      </p:cBhvr>
                                      <p:tavLst>
                                        <p:tav>
                                          <p:val>
                                            <p:strVal val="1+#ppt_w/2"/>
                                          </p:val>
                                        </p:tav>
                                        <p:tav tm="100000">
                                          <p:val>
                                            <p:strVal val="#ppt_x"/>
                                          </p:val>
                                        </p:tav>
                                      </p:tavLst>
                                    </p:anim>
                                    <p:anim calcmode="lin" valueType="num">
                                      <p:cBhvr additive="repl">
                                        <p:cTn id="254" dur="500" fill="hold"/>
                                        <p:tgtEl>
                                          <p:spTgt spid="114"/>
                                        </p:tgtEl>
                                        <p:attrNameLst>
                                          <p:attrName>ppt_y</p:attrName>
                                        </p:attrNameLst>
                                      </p:cBhvr>
                                      <p:tavLst>
                                        <p:tav>
                                          <p:val>
                                            <p:strVal val="0-#ppt_h/2"/>
                                          </p:val>
                                        </p:tav>
                                        <p:tav tm="100000">
                                          <p:val>
                                            <p:strVal val="#ppt_y"/>
                                          </p:val>
                                        </p:tav>
                                      </p:tavLst>
                                    </p:anim>
                                  </p:childTnLst>
                                </p:cTn>
                              </p:par>
                            </p:childTnLst>
                          </p:cTn>
                        </p:par>
                        <p:par>
                          <p:cTn id="255" fill="hold">
                            <p:stCondLst>
                              <p:cond delay="1500"/>
                            </p:stCondLst>
                            <p:childTnLst>
                              <p:par>
                                <p:cTn id="256" presetID="2" presetClass="entr" fill="hold" nodeType="afterEffect" presetSubtype="4">
                                  <p:stCondLst>
                                    <p:cond delay="0"/>
                                  </p:stCondLst>
                                  <p:childTnLst>
                                    <p:set>
                                      <p:cBhvr>
                                        <p:cTn id="257" dur="1" fill="hold">
                                          <p:stCondLst>
                                            <p:cond delay="0"/>
                                          </p:stCondLst>
                                        </p:cTn>
                                        <p:tgtEl>
                                          <p:spTgt spid="120"/>
                                        </p:tgtEl>
                                        <p:attrNameLst>
                                          <p:attrName>style.visibility</p:attrName>
                                        </p:attrNameLst>
                                      </p:cBhvr>
                                      <p:to>
                                        <p:strVal val="visible"/>
                                      </p:to>
                                    </p:set>
                                    <p:anim calcmode="lin" valueType="num">
                                      <p:cBhvr additive="repl">
                                        <p:cTn id="258" dur="500" fill="hold"/>
                                        <p:tgtEl>
                                          <p:spTgt spid="120"/>
                                        </p:tgtEl>
                                        <p:attrNameLst>
                                          <p:attrName>ppt_x</p:attrName>
                                        </p:attrNameLst>
                                      </p:cBhvr>
                                      <p:tavLst>
                                        <p:tav>
                                          <p:val>
                                            <p:strVal val="#ppt_x"/>
                                          </p:val>
                                        </p:tav>
                                        <p:tav tm="100000">
                                          <p:val>
                                            <p:strVal val="#ppt_x"/>
                                          </p:val>
                                        </p:tav>
                                      </p:tavLst>
                                    </p:anim>
                                    <p:anim calcmode="lin" valueType="num">
                                      <p:cBhvr additive="repl">
                                        <p:cTn id="259" dur="500" fill="hold"/>
                                        <p:tgtEl>
                                          <p:spTgt spid="120"/>
                                        </p:tgtEl>
                                        <p:attrNameLst>
                                          <p:attrName>ppt_y</p:attrName>
                                        </p:attrNameLst>
                                      </p:cBhvr>
                                      <p:tavLst>
                                        <p:tav>
                                          <p:val>
                                            <p:strVal val="1+#ppt_h/2"/>
                                          </p:val>
                                        </p:tav>
                                        <p:tav tm="100000">
                                          <p:val>
                                            <p:strVal val="#ppt_y"/>
                                          </p:val>
                                        </p:tav>
                                      </p:tavLst>
                                    </p:anim>
                                  </p:childTnLst>
                                </p:cTn>
                              </p:par>
                              <p:par>
                                <p:cTn id="260" presetID="2" presetClass="entr" fill="hold" nodeType="withEffect" presetSubtype="3">
                                  <p:stCondLst>
                                    <p:cond delay="0"/>
                                  </p:stCondLst>
                                  <p:childTnLst>
                                    <p:set>
                                      <p:cBhvr>
                                        <p:cTn id="261" dur="1" fill="hold">
                                          <p:stCondLst>
                                            <p:cond delay="0"/>
                                          </p:stCondLst>
                                        </p:cTn>
                                        <p:tgtEl>
                                          <p:spTgt spid="125"/>
                                        </p:tgtEl>
                                        <p:attrNameLst>
                                          <p:attrName>style.visibility</p:attrName>
                                        </p:attrNameLst>
                                      </p:cBhvr>
                                      <p:to>
                                        <p:strVal val="visible"/>
                                      </p:to>
                                    </p:set>
                                    <p:anim calcmode="lin" valueType="num">
                                      <p:cBhvr additive="repl">
                                        <p:cTn id="262" dur="500" fill="hold"/>
                                        <p:tgtEl>
                                          <p:spTgt spid="125"/>
                                        </p:tgtEl>
                                        <p:attrNameLst>
                                          <p:attrName>ppt_x</p:attrName>
                                        </p:attrNameLst>
                                      </p:cBhvr>
                                      <p:tavLst>
                                        <p:tav>
                                          <p:val>
                                            <p:strVal val="1+#ppt_w/2"/>
                                          </p:val>
                                        </p:tav>
                                        <p:tav tm="100000">
                                          <p:val>
                                            <p:strVal val="#ppt_x"/>
                                          </p:val>
                                        </p:tav>
                                      </p:tavLst>
                                    </p:anim>
                                    <p:anim calcmode="lin" valueType="num">
                                      <p:cBhvr additive="repl">
                                        <p:cTn id="263" dur="500" fill="hold"/>
                                        <p:tgtEl>
                                          <p:spTgt spid="125"/>
                                        </p:tgtEl>
                                        <p:attrNameLst>
                                          <p:attrName>ppt_y</p:attrName>
                                        </p:attrNameLst>
                                      </p:cBhvr>
                                      <p:tavLst>
                                        <p:tav>
                                          <p:val>
                                            <p:strVal val="0-#ppt_h/2"/>
                                          </p:val>
                                        </p:tav>
                                        <p:tav tm="100000">
                                          <p:val>
                                            <p:strVal val="#ppt_y"/>
                                          </p:val>
                                        </p:tav>
                                      </p:tavLst>
                                    </p:anim>
                                  </p:childTnLst>
                                </p:cTn>
                              </p:par>
                              <p:par>
                                <p:cTn id="264" presetID="2" presetClass="entr" fill="hold" nodeType="withEffect" presetSubtype="4">
                                  <p:stCondLst>
                                    <p:cond delay="0"/>
                                  </p:stCondLst>
                                  <p:childTnLst>
                                    <p:set>
                                      <p:cBhvr>
                                        <p:cTn id="265" dur="1" fill="hold">
                                          <p:stCondLst>
                                            <p:cond delay="0"/>
                                          </p:stCondLst>
                                        </p:cTn>
                                        <p:tgtEl>
                                          <p:spTgt spid="126"/>
                                        </p:tgtEl>
                                        <p:attrNameLst>
                                          <p:attrName>style.visibility</p:attrName>
                                        </p:attrNameLst>
                                      </p:cBhvr>
                                      <p:to>
                                        <p:strVal val="visible"/>
                                      </p:to>
                                    </p:set>
                                    <p:anim calcmode="lin" valueType="num">
                                      <p:cBhvr additive="repl">
                                        <p:cTn id="266" dur="500" fill="hold"/>
                                        <p:tgtEl>
                                          <p:spTgt spid="126"/>
                                        </p:tgtEl>
                                        <p:attrNameLst>
                                          <p:attrName>ppt_x</p:attrName>
                                        </p:attrNameLst>
                                      </p:cBhvr>
                                      <p:tavLst>
                                        <p:tav>
                                          <p:val>
                                            <p:strVal val="#ppt_x"/>
                                          </p:val>
                                        </p:tav>
                                        <p:tav tm="100000">
                                          <p:val>
                                            <p:strVal val="#ppt_x"/>
                                          </p:val>
                                        </p:tav>
                                      </p:tavLst>
                                    </p:anim>
                                    <p:anim calcmode="lin" valueType="num">
                                      <p:cBhvr additive="repl">
                                        <p:cTn id="267" dur="500" fill="hold"/>
                                        <p:tgtEl>
                                          <p:spTgt spid="126"/>
                                        </p:tgtEl>
                                        <p:attrNameLst>
                                          <p:attrName>ppt_y</p:attrName>
                                        </p:attrNameLst>
                                      </p:cBhvr>
                                      <p:tavLst>
                                        <p:tav>
                                          <p:val>
                                            <p:strVal val="1+#ppt_h/2"/>
                                          </p:val>
                                        </p:tav>
                                        <p:tav tm="100000">
                                          <p:val>
                                            <p:strVal val="#ppt_y"/>
                                          </p:val>
                                        </p:tav>
                                      </p:tavLst>
                                    </p:anim>
                                  </p:childTnLst>
                                </p:cTn>
                              </p:par>
                              <p:par>
                                <p:cTn id="268" presetID="2" presetClass="entr" fill="hold" nodeType="withEffect" presetSubtype="6">
                                  <p:stCondLst>
                                    <p:cond delay="0"/>
                                  </p:stCondLst>
                                  <p:childTnLst>
                                    <p:set>
                                      <p:cBhvr>
                                        <p:cTn id="269" dur="1" fill="hold">
                                          <p:stCondLst>
                                            <p:cond delay="0"/>
                                          </p:stCondLst>
                                        </p:cTn>
                                        <p:tgtEl>
                                          <p:spTgt spid="115"/>
                                        </p:tgtEl>
                                        <p:attrNameLst>
                                          <p:attrName>style.visibility</p:attrName>
                                        </p:attrNameLst>
                                      </p:cBhvr>
                                      <p:to>
                                        <p:strVal val="visible"/>
                                      </p:to>
                                    </p:set>
                                    <p:anim calcmode="lin" valueType="num">
                                      <p:cBhvr additive="repl">
                                        <p:cTn id="270" dur="500" fill="hold"/>
                                        <p:tgtEl>
                                          <p:spTgt spid="115"/>
                                        </p:tgtEl>
                                        <p:attrNameLst>
                                          <p:attrName>ppt_x</p:attrName>
                                        </p:attrNameLst>
                                      </p:cBhvr>
                                      <p:tavLst>
                                        <p:tav>
                                          <p:val>
                                            <p:strVal val="1+#ppt_w/2"/>
                                          </p:val>
                                        </p:tav>
                                        <p:tav tm="100000">
                                          <p:val>
                                            <p:strVal val="#ppt_x"/>
                                          </p:val>
                                        </p:tav>
                                      </p:tavLst>
                                    </p:anim>
                                    <p:anim calcmode="lin" valueType="num">
                                      <p:cBhvr additive="repl">
                                        <p:cTn id="271" dur="500" fill="hold"/>
                                        <p:tgtEl>
                                          <p:spTgt spid="115"/>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127" name="Picture 1" descr="image.png"/>
          <p:cNvPicPr/>
          <p:nvPr/>
        </p:nvPicPr>
        <p:blipFill>
          <a:blip r:embed="rId1"/>
          <a:stretch/>
        </p:blipFill>
        <p:spPr>
          <a:xfrm>
            <a:off x="0" y="0"/>
            <a:ext cx="12191040" cy="6856920"/>
          </a:xfrm>
          <a:prstGeom prst="rect">
            <a:avLst/>
          </a:prstGeom>
          <a:noFill/>
          <a:ln w="0">
            <a:noFill/>
          </a:ln>
        </p:spPr>
      </p:pic>
      <p:sp>
        <p:nvSpPr>
          <p:cNvPr id="128" name="Rounded Rectangle 2"/>
          <p:cNvSpPr/>
          <p:nvPr/>
        </p:nvSpPr>
        <p:spPr>
          <a:xfrm>
            <a:off x="609480" y="2862360"/>
            <a:ext cx="5333040" cy="3080160"/>
          </a:xfrm>
          <a:prstGeom prst="roundRect">
            <a:avLst>
              <a:gd name="adj" fmla="val 5555"/>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9" name="Rounded Rectangle 3"/>
          <p:cNvSpPr/>
          <p:nvPr/>
        </p:nvSpPr>
        <p:spPr>
          <a:xfrm>
            <a:off x="6248520" y="2862360"/>
            <a:ext cx="5333040" cy="3080160"/>
          </a:xfrm>
          <a:prstGeom prst="roundRect">
            <a:avLst>
              <a:gd name="adj" fmla="val 5555"/>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0" name="Rectangle 4"/>
          <p:cNvSpPr/>
          <p:nvPr/>
        </p:nvSpPr>
        <p:spPr>
          <a:xfrm>
            <a:off x="914400" y="3500280"/>
            <a:ext cx="4723200" cy="1800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1" name="Rectangle 5"/>
          <p:cNvSpPr/>
          <p:nvPr/>
        </p:nvSpPr>
        <p:spPr>
          <a:xfrm>
            <a:off x="6553080" y="3500280"/>
            <a:ext cx="4723200" cy="180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pPr algn="ctr" defTabSz="457200">
              <a:lnSpc>
                <a:spcPct val="100000"/>
              </a:lnSpc>
            </a:pPr>
            <a:endParaRPr lang="en-US" sz="1800" b="0" u="none" strike="noStrike">
              <a:solidFill>
                <a:schemeClr val="lt1"/>
              </a:solidFill>
              <a:effectLst/>
              <a:uFillTx/>
              <a:latin typeface="Calibri"/>
            </a:endParaRPr>
          </a:p>
        </p:txBody>
      </p:sp>
      <p:pic>
        <p:nvPicPr>
          <p:cNvPr id="132" name="Picture 6" descr="image.png"/>
          <p:cNvPicPr/>
          <p:nvPr/>
        </p:nvPicPr>
        <p:blipFill>
          <a:blip r:embed="rId2"/>
          <a:stretch/>
        </p:blipFill>
        <p:spPr>
          <a:xfrm>
            <a:off x="847440" y="3681360"/>
            <a:ext cx="272160" cy="317880"/>
          </a:xfrm>
          <a:prstGeom prst="rect">
            <a:avLst/>
          </a:prstGeom>
          <a:noFill/>
          <a:ln w="0">
            <a:noFill/>
          </a:ln>
        </p:spPr>
      </p:pic>
      <p:pic>
        <p:nvPicPr>
          <p:cNvPr id="133" name="Picture 7" descr="image.png"/>
          <p:cNvPicPr/>
          <p:nvPr/>
        </p:nvPicPr>
        <p:blipFill>
          <a:blip r:embed="rId3"/>
          <a:stretch/>
        </p:blipFill>
        <p:spPr>
          <a:xfrm>
            <a:off x="803880" y="4402800"/>
            <a:ext cx="272160" cy="317880"/>
          </a:xfrm>
          <a:prstGeom prst="rect">
            <a:avLst/>
          </a:prstGeom>
          <a:noFill/>
          <a:ln w="0">
            <a:noFill/>
          </a:ln>
        </p:spPr>
      </p:pic>
      <p:pic>
        <p:nvPicPr>
          <p:cNvPr id="134" name="Picture 8" descr="image.png"/>
          <p:cNvPicPr/>
          <p:nvPr/>
        </p:nvPicPr>
        <p:blipFill>
          <a:blip r:embed="rId4"/>
          <a:stretch/>
        </p:blipFill>
        <p:spPr>
          <a:xfrm>
            <a:off x="758520" y="5191200"/>
            <a:ext cx="272160" cy="317880"/>
          </a:xfrm>
          <a:prstGeom prst="rect">
            <a:avLst/>
          </a:prstGeom>
          <a:noFill/>
          <a:ln w="0">
            <a:noFill/>
          </a:ln>
        </p:spPr>
      </p:pic>
      <p:pic>
        <p:nvPicPr>
          <p:cNvPr id="135" name="Picture 9" descr="image.png"/>
          <p:cNvPicPr/>
          <p:nvPr/>
        </p:nvPicPr>
        <p:blipFill>
          <a:blip r:embed="rId5"/>
          <a:stretch/>
        </p:blipFill>
        <p:spPr>
          <a:xfrm>
            <a:off x="6445080" y="3589560"/>
            <a:ext cx="272160" cy="381600"/>
          </a:xfrm>
          <a:prstGeom prst="rect">
            <a:avLst/>
          </a:prstGeom>
          <a:noFill/>
          <a:ln w="0">
            <a:noFill/>
          </a:ln>
        </p:spPr>
      </p:pic>
      <p:pic>
        <p:nvPicPr>
          <p:cNvPr id="136" name="Picture 10" descr="image.png"/>
          <p:cNvPicPr/>
          <p:nvPr/>
        </p:nvPicPr>
        <p:blipFill>
          <a:blip r:embed="rId6"/>
          <a:stretch/>
        </p:blipFill>
        <p:spPr>
          <a:xfrm>
            <a:off x="6445080" y="4316400"/>
            <a:ext cx="272160" cy="381600"/>
          </a:xfrm>
          <a:prstGeom prst="rect">
            <a:avLst/>
          </a:prstGeom>
          <a:noFill/>
          <a:ln w="0">
            <a:noFill/>
          </a:ln>
        </p:spPr>
      </p:pic>
      <p:pic>
        <p:nvPicPr>
          <p:cNvPr id="137" name="Picture 11" descr="image.png"/>
          <p:cNvPicPr/>
          <p:nvPr/>
        </p:nvPicPr>
        <p:blipFill>
          <a:blip r:embed="rId7"/>
          <a:stretch/>
        </p:blipFill>
        <p:spPr>
          <a:xfrm>
            <a:off x="6397560" y="5029920"/>
            <a:ext cx="272160" cy="381600"/>
          </a:xfrm>
          <a:prstGeom prst="rect">
            <a:avLst/>
          </a:prstGeom>
          <a:noFill/>
          <a:ln w="0">
            <a:noFill/>
          </a:ln>
        </p:spPr>
      </p:pic>
      <p:sp>
        <p:nvSpPr>
          <p:cNvPr id="138" name="TextBox 12"/>
          <p:cNvSpPr/>
          <p:nvPr/>
        </p:nvSpPr>
        <p:spPr>
          <a:xfrm>
            <a:off x="414360" y="821160"/>
            <a:ext cx="140040" cy="3373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200" b="1" u="none" strike="noStrike">
                <a:solidFill>
                  <a:srgbClr val="BE185D"/>
                </a:solidFill>
                <a:effectLst/>
                <a:uFillTx/>
                <a:latin typeface="Times New Roman"/>
              </a:rPr>
              <a:t>3</a:t>
            </a:r>
            <a:endParaRPr lang="vi-VN" sz="2200" b="0" u="none" strike="noStrike">
              <a:solidFill>
                <a:srgbClr val="000000"/>
              </a:solidFill>
              <a:effectLst/>
              <a:uFillTx/>
              <a:latin typeface="Arial"/>
            </a:endParaRPr>
          </a:p>
        </p:txBody>
      </p:sp>
      <p:sp>
        <p:nvSpPr>
          <p:cNvPr id="139" name="TextBox 13"/>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TRỞ NGẠI ĐỐI VỚI TINH THẦN DÂN CHỦ THỰC SỰ</a:t>
            </a:r>
            <a:endParaRPr lang="vi-VN" sz="2700" b="0" u="none" strike="noStrike">
              <a:solidFill>
                <a:srgbClr val="000000"/>
              </a:solidFill>
              <a:effectLst/>
              <a:uFillTx/>
              <a:latin typeface="Arial"/>
            </a:endParaRPr>
          </a:p>
        </p:txBody>
      </p:sp>
      <p:sp>
        <p:nvSpPr>
          <p:cNvPr id="140" name="TextBox 14"/>
          <p:cNvSpPr/>
          <p:nvPr/>
        </p:nvSpPr>
        <p:spPr>
          <a:xfrm>
            <a:off x="914400" y="3166920"/>
            <a:ext cx="5059440" cy="274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1" u="none" strike="noStrike">
                <a:solidFill>
                  <a:srgbClr val="15803D"/>
                </a:solidFill>
                <a:effectLst/>
                <a:uFillTx/>
                <a:latin typeface="Times New Roman"/>
              </a:rPr>
              <a:t>YÊU CẦU CỦA DÂN CHỦ</a:t>
            </a:r>
            <a:endParaRPr lang="vi-VN" sz="1800" b="0" u="none" strike="noStrike">
              <a:solidFill>
                <a:srgbClr val="000000"/>
              </a:solidFill>
              <a:effectLst/>
              <a:uFillTx/>
              <a:latin typeface="Arial"/>
            </a:endParaRPr>
          </a:p>
        </p:txBody>
      </p:sp>
      <p:sp>
        <p:nvSpPr>
          <p:cNvPr id="141" name="TextBox 15"/>
          <p:cNvSpPr/>
          <p:nvPr/>
        </p:nvSpPr>
        <p:spPr>
          <a:xfrm>
            <a:off x="6553080" y="3166920"/>
            <a:ext cx="5059440" cy="274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1" u="none" strike="noStrike">
                <a:solidFill>
                  <a:srgbClr val="B91C1C"/>
                </a:solidFill>
                <a:effectLst/>
                <a:uFillTx/>
                <a:latin typeface="Times New Roman"/>
              </a:rPr>
              <a:t>TÁC ĐỘNG CỦA KHÔNG KHOAN DUNG</a:t>
            </a:r>
            <a:endParaRPr lang="vi-VN" sz="1800" b="0" u="none" strike="noStrike">
              <a:solidFill>
                <a:srgbClr val="000000"/>
              </a:solidFill>
              <a:effectLst/>
              <a:uFillTx/>
              <a:latin typeface="Arial"/>
            </a:endParaRPr>
          </a:p>
        </p:txBody>
      </p:sp>
      <p:sp>
        <p:nvSpPr>
          <p:cNvPr id="142" name="TextBox 16"/>
          <p:cNvSpPr/>
          <p:nvPr/>
        </p:nvSpPr>
        <p:spPr>
          <a:xfrm>
            <a:off x="1200240" y="3632400"/>
            <a:ext cx="4742280" cy="6145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000" b="1" u="none" strike="noStrike">
                <a:solidFill>
                  <a:srgbClr val="334155"/>
                </a:solidFill>
                <a:effectLst/>
                <a:uFillTx/>
                <a:latin typeface="Times New Roman"/>
              </a:rPr>
              <a:t>Tôn trọng đa nguyên:</a:t>
            </a:r>
            <a:r>
              <a:rPr lang="en-US" sz="2000" b="0" u="none" strike="noStrike">
                <a:solidFill>
                  <a:srgbClr val="334155"/>
                </a:solidFill>
                <a:effectLst/>
                <a:uFillTx/>
                <a:latin typeface="Times New Roman"/>
              </a:rPr>
              <a:t> Lắng nghe đa dạng quan điểm.</a:t>
            </a:r>
            <a:endParaRPr lang="vi-VN" sz="2000" b="0" u="none" strike="noStrike">
              <a:solidFill>
                <a:srgbClr val="000000"/>
              </a:solidFill>
              <a:effectLst/>
              <a:uFillTx/>
              <a:latin typeface="Arial"/>
            </a:endParaRPr>
          </a:p>
        </p:txBody>
      </p:sp>
      <p:sp>
        <p:nvSpPr>
          <p:cNvPr id="143" name="TextBox 17"/>
          <p:cNvSpPr/>
          <p:nvPr/>
        </p:nvSpPr>
        <p:spPr>
          <a:xfrm>
            <a:off x="1185120" y="4324320"/>
            <a:ext cx="4182120" cy="6145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000" b="1" u="none" strike="noStrike">
                <a:solidFill>
                  <a:srgbClr val="334155"/>
                </a:solidFill>
                <a:effectLst/>
                <a:uFillTx/>
                <a:latin typeface="Times New Roman"/>
              </a:rPr>
              <a:t>Đối thoại bình đẳng:</a:t>
            </a:r>
            <a:r>
              <a:rPr lang="en-US" sz="2000" b="0" u="none" strike="noStrike">
                <a:solidFill>
                  <a:srgbClr val="334155"/>
                </a:solidFill>
                <a:effectLst/>
                <a:uFillTx/>
                <a:latin typeface="Times New Roman"/>
              </a:rPr>
              <a:t> Tranh luận dựa trên lý trí.</a:t>
            </a:r>
            <a:endParaRPr lang="vi-VN" sz="2000" b="0" u="none" strike="noStrike">
              <a:solidFill>
                <a:srgbClr val="000000"/>
              </a:solidFill>
              <a:effectLst/>
              <a:uFillTx/>
              <a:latin typeface="Arial"/>
            </a:endParaRPr>
          </a:p>
        </p:txBody>
      </p:sp>
      <p:sp>
        <p:nvSpPr>
          <p:cNvPr id="144" name="TextBox 18"/>
          <p:cNvSpPr/>
          <p:nvPr/>
        </p:nvSpPr>
        <p:spPr>
          <a:xfrm>
            <a:off x="1200240" y="5115600"/>
            <a:ext cx="4084200" cy="6145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000" b="1" u="none" strike="noStrike">
                <a:solidFill>
                  <a:srgbClr val="334155"/>
                </a:solidFill>
                <a:effectLst/>
                <a:uFillTx/>
                <a:latin typeface="Times New Roman"/>
              </a:rPr>
              <a:t>Bảo vệ thiểu số:</a:t>
            </a:r>
            <a:r>
              <a:rPr lang="en-US" sz="2000" b="0" u="none" strike="noStrike">
                <a:solidFill>
                  <a:srgbClr val="334155"/>
                </a:solidFill>
                <a:effectLst/>
                <a:uFillTx/>
                <a:latin typeface="Times New Roman"/>
              </a:rPr>
              <a:t> Tôn trọng tiếng nói khác biệt.</a:t>
            </a:r>
            <a:endParaRPr lang="vi-VN" sz="2000" b="0" u="none" strike="noStrike">
              <a:solidFill>
                <a:srgbClr val="000000"/>
              </a:solidFill>
              <a:effectLst/>
              <a:uFillTx/>
              <a:latin typeface="Arial"/>
            </a:endParaRPr>
          </a:p>
        </p:txBody>
      </p:sp>
      <p:sp>
        <p:nvSpPr>
          <p:cNvPr id="145" name="TextBox 19"/>
          <p:cNvSpPr/>
          <p:nvPr/>
        </p:nvSpPr>
        <p:spPr>
          <a:xfrm>
            <a:off x="6810480" y="3589560"/>
            <a:ext cx="4667040" cy="6145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000" b="1" u="none" strike="noStrike">
                <a:solidFill>
                  <a:srgbClr val="334155"/>
                </a:solidFill>
                <a:effectLst/>
                <a:uFillTx/>
                <a:latin typeface="Times New Roman"/>
              </a:rPr>
              <a:t>Bóp chết phản biện:</a:t>
            </a:r>
            <a:r>
              <a:rPr lang="en-US" sz="2000" b="0" u="none" strike="noStrike">
                <a:solidFill>
                  <a:srgbClr val="334155"/>
                </a:solidFill>
                <a:effectLst/>
                <a:uFillTx/>
                <a:latin typeface="Times New Roman"/>
              </a:rPr>
              <a:t> Triệt tiêu tinh thần đóng góp.</a:t>
            </a:r>
            <a:endParaRPr lang="vi-VN" sz="2000" b="0" u="none" strike="noStrike">
              <a:solidFill>
                <a:srgbClr val="000000"/>
              </a:solidFill>
              <a:effectLst/>
              <a:uFillTx/>
              <a:latin typeface="Arial"/>
            </a:endParaRPr>
          </a:p>
        </p:txBody>
      </p:sp>
      <p:sp>
        <p:nvSpPr>
          <p:cNvPr id="146" name="TextBox 20"/>
          <p:cNvSpPr/>
          <p:nvPr/>
        </p:nvSpPr>
        <p:spPr>
          <a:xfrm>
            <a:off x="6821280" y="4324320"/>
            <a:ext cx="4645080" cy="6145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000" b="1" u="none" strike="noStrike">
                <a:solidFill>
                  <a:srgbClr val="334155"/>
                </a:solidFill>
                <a:effectLst/>
                <a:uFillTx/>
                <a:latin typeface="Times New Roman"/>
              </a:rPr>
              <a:t>Gia tăng cực đoan:</a:t>
            </a:r>
            <a:r>
              <a:rPr lang="en-US" sz="2000" b="0" u="none" strike="noStrike">
                <a:solidFill>
                  <a:srgbClr val="334155"/>
                </a:solidFill>
                <a:effectLst/>
                <a:uFillTx/>
                <a:latin typeface="Times New Roman"/>
              </a:rPr>
              <a:t> Chia rẽ xã hội thành phe phái.</a:t>
            </a:r>
            <a:endParaRPr lang="vi-VN" sz="2000" b="0" u="none" strike="noStrike">
              <a:solidFill>
                <a:srgbClr val="000000"/>
              </a:solidFill>
              <a:effectLst/>
              <a:uFillTx/>
              <a:latin typeface="Arial"/>
            </a:endParaRPr>
          </a:p>
        </p:txBody>
      </p:sp>
      <p:sp>
        <p:nvSpPr>
          <p:cNvPr id="147" name="TextBox 21"/>
          <p:cNvSpPr/>
          <p:nvPr/>
        </p:nvSpPr>
        <p:spPr>
          <a:xfrm>
            <a:off x="6810480" y="5042880"/>
            <a:ext cx="4576680" cy="614520"/>
          </a:xfrm>
          <a:prstGeom prst="rect">
            <a:avLst/>
          </a:prstGeom>
          <a:noFill/>
          <a:ln w="0">
            <a:noFill/>
          </a:ln>
        </p:spPr>
        <p:style>
          <a:lnRef idx="0"/>
          <a:fillRef idx="0"/>
          <a:effectRef idx="0"/>
          <a:fontRef idx="minor"/>
        </p:style>
        <p:txBody>
          <a:bodyPr lIns="0" tIns="0" rIns="0" bIns="0" anchor="ctr">
            <a:spAutoFit/>
          </a:bodyPr>
          <a:p>
            <a:pPr defTabSz="457200">
              <a:lnSpc>
                <a:spcPct val="100000"/>
              </a:lnSpc>
            </a:pPr>
            <a:r>
              <a:rPr lang="en-US" sz="2000" b="1" u="none" strike="noStrike">
                <a:solidFill>
                  <a:srgbClr val="334155"/>
                </a:solidFill>
                <a:effectLst/>
                <a:uFillTx/>
                <a:latin typeface="Times New Roman"/>
              </a:rPr>
              <a:t>Dân chủ hình thức:</a:t>
            </a:r>
            <a:r>
              <a:rPr lang="en-US" sz="2000" b="0" u="none" strike="noStrike">
                <a:solidFill>
                  <a:srgbClr val="334155"/>
                </a:solidFill>
                <a:effectLst/>
                <a:uFillTx/>
                <a:latin typeface="Times New Roman"/>
              </a:rPr>
              <a:t> Biến tranh luận thành áp đặt.</a:t>
            </a:r>
            <a:endParaRPr lang="vi-VN" sz="2000" b="0" u="none" strike="noStrike">
              <a:solidFill>
                <a:srgbClr val="000000"/>
              </a:solidFill>
              <a:effectLst/>
              <a:uFillTx/>
              <a:latin typeface="Arial"/>
            </a:endParaRPr>
          </a:p>
        </p:txBody>
      </p:sp>
    </p:spTree>
  </p:cSld>
  <p:transition spd="slow">
    <p:fade/>
  </p:transition>
  <p:timing>
    <p:tnLst>
      <p:par>
        <p:cTn id="272" dur="indefinite" restart="never" nodeType="tmRoot">
          <p:childTnLst>
            <p:seq>
              <p:cTn id="273" dur="indefinite" nodeType="mainSeq">
                <p:childTnLst>
                  <p:par>
                    <p:cTn id="274" fill="hold">
                      <p:stCondLst>
                        <p:cond delay="0"/>
                      </p:stCondLst>
                      <p:childTnLst>
                        <p:par>
                          <p:cTn id="275" fill="hold">
                            <p:stCondLst>
                              <p:cond delay="0"/>
                            </p:stCondLst>
                            <p:childTnLst>
                              <p:par>
                                <p:cTn id="276" presetID="2" presetClass="entr" fill="hold" nodeType="afterEffect" presetSubtype="1">
                                  <p:stCondLst>
                                    <p:cond delay="0"/>
                                  </p:stCondLst>
                                  <p:childTnLst>
                                    <p:set>
                                      <p:cBhvr>
                                        <p:cTn id="277" dur="1" fill="hold">
                                          <p:stCondLst>
                                            <p:cond delay="0"/>
                                          </p:stCondLst>
                                        </p:cTn>
                                        <p:tgtEl>
                                          <p:spTgt spid="139"/>
                                        </p:tgtEl>
                                        <p:attrNameLst>
                                          <p:attrName>style.visibility</p:attrName>
                                        </p:attrNameLst>
                                      </p:cBhvr>
                                      <p:to>
                                        <p:strVal val="visible"/>
                                      </p:to>
                                    </p:set>
                                    <p:anim calcmode="lin" valueType="num">
                                      <p:cBhvr additive="repl">
                                        <p:cTn id="278" dur="500" fill="hold"/>
                                        <p:tgtEl>
                                          <p:spTgt spid="139"/>
                                        </p:tgtEl>
                                        <p:attrNameLst>
                                          <p:attrName>ppt_x</p:attrName>
                                        </p:attrNameLst>
                                      </p:cBhvr>
                                      <p:tavLst>
                                        <p:tav>
                                          <p:val>
                                            <p:strVal val="#ppt_x"/>
                                          </p:val>
                                        </p:tav>
                                        <p:tav tm="100000">
                                          <p:val>
                                            <p:strVal val="#ppt_x"/>
                                          </p:val>
                                        </p:tav>
                                      </p:tavLst>
                                    </p:anim>
                                    <p:anim calcmode="lin" valueType="num">
                                      <p:cBhvr additive="repl">
                                        <p:cTn id="279" dur="500" fill="hold"/>
                                        <p:tgtEl>
                                          <p:spTgt spid="139"/>
                                        </p:tgtEl>
                                        <p:attrNameLst>
                                          <p:attrName>ppt_y</p:attrName>
                                        </p:attrNameLst>
                                      </p:cBhvr>
                                      <p:tavLst>
                                        <p:tav>
                                          <p:val>
                                            <p:strVal val="0-#ppt_h/2"/>
                                          </p:val>
                                        </p:tav>
                                        <p:tav tm="100000">
                                          <p:val>
                                            <p:strVal val="#ppt_y"/>
                                          </p:val>
                                        </p:tav>
                                      </p:tavLst>
                                    </p:anim>
                                  </p:childTnLst>
                                </p:cTn>
                              </p:par>
                              <p:par>
                                <p:cTn id="280" presetID="2" presetClass="entr" fill="hold" nodeType="withEffect" presetSubtype="3">
                                  <p:stCondLst>
                                    <p:cond delay="0"/>
                                  </p:stCondLst>
                                  <p:childTnLst>
                                    <p:set>
                                      <p:cBhvr>
                                        <p:cTn id="281" dur="1" fill="hold">
                                          <p:stCondLst>
                                            <p:cond delay="0"/>
                                          </p:stCondLst>
                                        </p:cTn>
                                        <p:tgtEl>
                                          <p:spTgt spid="138"/>
                                        </p:tgtEl>
                                        <p:attrNameLst>
                                          <p:attrName>style.visibility</p:attrName>
                                        </p:attrNameLst>
                                      </p:cBhvr>
                                      <p:to>
                                        <p:strVal val="visible"/>
                                      </p:to>
                                    </p:set>
                                    <p:anim calcmode="lin" valueType="num">
                                      <p:cBhvr additive="repl">
                                        <p:cTn id="282" dur="500" fill="hold"/>
                                        <p:tgtEl>
                                          <p:spTgt spid="138"/>
                                        </p:tgtEl>
                                        <p:attrNameLst>
                                          <p:attrName>ppt_x</p:attrName>
                                        </p:attrNameLst>
                                      </p:cBhvr>
                                      <p:tavLst>
                                        <p:tav>
                                          <p:val>
                                            <p:strVal val="1+#ppt_w/2"/>
                                          </p:val>
                                        </p:tav>
                                        <p:tav tm="100000">
                                          <p:val>
                                            <p:strVal val="#ppt_x"/>
                                          </p:val>
                                        </p:tav>
                                      </p:tavLst>
                                    </p:anim>
                                    <p:anim calcmode="lin" valueType="num">
                                      <p:cBhvr additive="repl">
                                        <p:cTn id="283" dur="500" fill="hold"/>
                                        <p:tgtEl>
                                          <p:spTgt spid="138"/>
                                        </p:tgtEl>
                                        <p:attrNameLst>
                                          <p:attrName>ppt_y</p:attrName>
                                        </p:attrNameLst>
                                      </p:cBhvr>
                                      <p:tavLst>
                                        <p:tav>
                                          <p:val>
                                            <p:strVal val="0-#ppt_h/2"/>
                                          </p:val>
                                        </p:tav>
                                        <p:tav tm="100000">
                                          <p:val>
                                            <p:strVal val="#ppt_y"/>
                                          </p:val>
                                        </p:tav>
                                      </p:tavLst>
                                    </p:anim>
                                  </p:childTnLst>
                                </p:cTn>
                              </p:par>
                            </p:childTnLst>
                          </p:cTn>
                        </p:par>
                        <p:par>
                          <p:cTn id="284" fill="hold">
                            <p:stCondLst>
                              <p:cond delay="500"/>
                            </p:stCondLst>
                            <p:childTnLst>
                              <p:par>
                                <p:cTn id="285" presetID="2" presetClass="entr" fill="hold" nodeType="afterEffect" presetSubtype="4">
                                  <p:stCondLst>
                                    <p:cond delay="0"/>
                                  </p:stCondLst>
                                  <p:childTnLst>
                                    <p:set>
                                      <p:cBhvr>
                                        <p:cTn id="286" dur="1" fill="hold">
                                          <p:stCondLst>
                                            <p:cond delay="0"/>
                                          </p:stCondLst>
                                        </p:cTn>
                                        <p:tgtEl>
                                          <p:spTgt spid="134"/>
                                        </p:tgtEl>
                                        <p:attrNameLst>
                                          <p:attrName>style.visibility</p:attrName>
                                        </p:attrNameLst>
                                      </p:cBhvr>
                                      <p:to>
                                        <p:strVal val="visible"/>
                                      </p:to>
                                    </p:set>
                                    <p:anim calcmode="lin" valueType="num">
                                      <p:cBhvr additive="repl">
                                        <p:cTn id="287" dur="500" fill="hold"/>
                                        <p:tgtEl>
                                          <p:spTgt spid="134"/>
                                        </p:tgtEl>
                                        <p:attrNameLst>
                                          <p:attrName>ppt_x</p:attrName>
                                        </p:attrNameLst>
                                      </p:cBhvr>
                                      <p:tavLst>
                                        <p:tav>
                                          <p:val>
                                            <p:strVal val="#ppt_x"/>
                                          </p:val>
                                        </p:tav>
                                        <p:tav tm="100000">
                                          <p:val>
                                            <p:strVal val="#ppt_x"/>
                                          </p:val>
                                        </p:tav>
                                      </p:tavLst>
                                    </p:anim>
                                    <p:anim calcmode="lin" valueType="num">
                                      <p:cBhvr additive="repl">
                                        <p:cTn id="288" dur="500" fill="hold"/>
                                        <p:tgtEl>
                                          <p:spTgt spid="134"/>
                                        </p:tgtEl>
                                        <p:attrNameLst>
                                          <p:attrName>ppt_y</p:attrName>
                                        </p:attrNameLst>
                                      </p:cBhvr>
                                      <p:tavLst>
                                        <p:tav>
                                          <p:val>
                                            <p:strVal val="1+#ppt_h/2"/>
                                          </p:val>
                                        </p:tav>
                                        <p:tav tm="100000">
                                          <p:val>
                                            <p:strVal val="#ppt_y"/>
                                          </p:val>
                                        </p:tav>
                                      </p:tavLst>
                                    </p:anim>
                                  </p:childTnLst>
                                </p:cTn>
                              </p:par>
                              <p:par>
                                <p:cTn id="289" presetID="2" presetClass="entr" fill="hold" nodeType="withEffect" presetSubtype="2">
                                  <p:stCondLst>
                                    <p:cond delay="0"/>
                                  </p:stCondLst>
                                  <p:childTnLst>
                                    <p:set>
                                      <p:cBhvr>
                                        <p:cTn id="290" dur="1" fill="hold">
                                          <p:stCondLst>
                                            <p:cond delay="0"/>
                                          </p:stCondLst>
                                        </p:cTn>
                                        <p:tgtEl>
                                          <p:spTgt spid="133"/>
                                        </p:tgtEl>
                                        <p:attrNameLst>
                                          <p:attrName>style.visibility</p:attrName>
                                        </p:attrNameLst>
                                      </p:cBhvr>
                                      <p:to>
                                        <p:strVal val="visible"/>
                                      </p:to>
                                    </p:set>
                                    <p:anim calcmode="lin" valueType="num">
                                      <p:cBhvr additive="repl">
                                        <p:cTn id="291" dur="500" fill="hold"/>
                                        <p:tgtEl>
                                          <p:spTgt spid="133"/>
                                        </p:tgtEl>
                                        <p:attrNameLst>
                                          <p:attrName>ppt_x</p:attrName>
                                        </p:attrNameLst>
                                      </p:cBhvr>
                                      <p:tavLst>
                                        <p:tav>
                                          <p:val>
                                            <p:strVal val="1+#ppt_w/2"/>
                                          </p:val>
                                        </p:tav>
                                        <p:tav tm="100000">
                                          <p:val>
                                            <p:strVal val="#ppt_x"/>
                                          </p:val>
                                        </p:tav>
                                      </p:tavLst>
                                    </p:anim>
                                    <p:anim calcmode="lin" valueType="num">
                                      <p:cBhvr additive="repl">
                                        <p:cTn id="292" dur="500" fill="hold"/>
                                        <p:tgtEl>
                                          <p:spTgt spid="133"/>
                                        </p:tgtEl>
                                        <p:attrNameLst>
                                          <p:attrName>ppt_y</p:attrName>
                                        </p:attrNameLst>
                                      </p:cBhvr>
                                      <p:tavLst>
                                        <p:tav>
                                          <p:val>
                                            <p:strVal val="#ppt_y"/>
                                          </p:val>
                                        </p:tav>
                                        <p:tav tm="100000">
                                          <p:val>
                                            <p:strVal val="#ppt_y"/>
                                          </p:val>
                                        </p:tav>
                                      </p:tavLst>
                                    </p:anim>
                                  </p:childTnLst>
                                </p:cTn>
                              </p:par>
                              <p:par>
                                <p:cTn id="293" presetID="2" presetClass="entr" fill="hold" nodeType="withEffect" presetSubtype="4">
                                  <p:stCondLst>
                                    <p:cond delay="0"/>
                                  </p:stCondLst>
                                  <p:childTnLst>
                                    <p:set>
                                      <p:cBhvr>
                                        <p:cTn id="294" dur="1" fill="hold">
                                          <p:stCondLst>
                                            <p:cond delay="0"/>
                                          </p:stCondLst>
                                        </p:cTn>
                                        <p:tgtEl>
                                          <p:spTgt spid="132"/>
                                        </p:tgtEl>
                                        <p:attrNameLst>
                                          <p:attrName>style.visibility</p:attrName>
                                        </p:attrNameLst>
                                      </p:cBhvr>
                                      <p:to>
                                        <p:strVal val="visible"/>
                                      </p:to>
                                    </p:set>
                                    <p:anim calcmode="lin" valueType="num">
                                      <p:cBhvr additive="repl">
                                        <p:cTn id="295" dur="500" fill="hold"/>
                                        <p:tgtEl>
                                          <p:spTgt spid="132"/>
                                        </p:tgtEl>
                                        <p:attrNameLst>
                                          <p:attrName>ppt_x</p:attrName>
                                        </p:attrNameLst>
                                      </p:cBhvr>
                                      <p:tavLst>
                                        <p:tav>
                                          <p:val>
                                            <p:strVal val="#ppt_x"/>
                                          </p:val>
                                        </p:tav>
                                        <p:tav tm="100000">
                                          <p:val>
                                            <p:strVal val="#ppt_x"/>
                                          </p:val>
                                        </p:tav>
                                      </p:tavLst>
                                    </p:anim>
                                    <p:anim calcmode="lin" valueType="num">
                                      <p:cBhvr additive="repl">
                                        <p:cTn id="296" dur="500" fill="hold"/>
                                        <p:tgtEl>
                                          <p:spTgt spid="132"/>
                                        </p:tgtEl>
                                        <p:attrNameLst>
                                          <p:attrName>ppt_y</p:attrName>
                                        </p:attrNameLst>
                                      </p:cBhvr>
                                      <p:tavLst>
                                        <p:tav>
                                          <p:val>
                                            <p:strVal val="1+#ppt_h/2"/>
                                          </p:val>
                                        </p:tav>
                                        <p:tav tm="100000">
                                          <p:val>
                                            <p:strVal val="#ppt_y"/>
                                          </p:val>
                                        </p:tav>
                                      </p:tavLst>
                                    </p:anim>
                                  </p:childTnLst>
                                </p:cTn>
                              </p:par>
                              <p:par>
                                <p:cTn id="297" presetID="2" presetClass="entr" fill="hold" nodeType="withEffect" presetSubtype="6">
                                  <p:stCondLst>
                                    <p:cond delay="0"/>
                                  </p:stCondLst>
                                  <p:childTnLst>
                                    <p:set>
                                      <p:cBhvr>
                                        <p:cTn id="298" dur="1" fill="hold">
                                          <p:stCondLst>
                                            <p:cond delay="0"/>
                                          </p:stCondLst>
                                        </p:cTn>
                                        <p:tgtEl>
                                          <p:spTgt spid="140"/>
                                        </p:tgtEl>
                                        <p:attrNameLst>
                                          <p:attrName>style.visibility</p:attrName>
                                        </p:attrNameLst>
                                      </p:cBhvr>
                                      <p:to>
                                        <p:strVal val="visible"/>
                                      </p:to>
                                    </p:set>
                                    <p:anim calcmode="lin" valueType="num">
                                      <p:cBhvr additive="repl">
                                        <p:cTn id="299" dur="500" fill="hold"/>
                                        <p:tgtEl>
                                          <p:spTgt spid="140"/>
                                        </p:tgtEl>
                                        <p:attrNameLst>
                                          <p:attrName>ppt_x</p:attrName>
                                        </p:attrNameLst>
                                      </p:cBhvr>
                                      <p:tavLst>
                                        <p:tav>
                                          <p:val>
                                            <p:strVal val="1+#ppt_w/2"/>
                                          </p:val>
                                        </p:tav>
                                        <p:tav tm="100000">
                                          <p:val>
                                            <p:strVal val="#ppt_x"/>
                                          </p:val>
                                        </p:tav>
                                      </p:tavLst>
                                    </p:anim>
                                    <p:anim calcmode="lin" valueType="num">
                                      <p:cBhvr additive="repl">
                                        <p:cTn id="300" dur="500" fill="hold"/>
                                        <p:tgtEl>
                                          <p:spTgt spid="140"/>
                                        </p:tgtEl>
                                        <p:attrNameLst>
                                          <p:attrName>ppt_y</p:attrName>
                                        </p:attrNameLst>
                                      </p:cBhvr>
                                      <p:tavLst>
                                        <p:tav>
                                          <p:val>
                                            <p:strVal val="1+#ppt_h/2"/>
                                          </p:val>
                                        </p:tav>
                                        <p:tav tm="100000">
                                          <p:val>
                                            <p:strVal val="#ppt_y"/>
                                          </p:val>
                                        </p:tav>
                                      </p:tavLst>
                                    </p:anim>
                                  </p:childTnLst>
                                </p:cTn>
                              </p:par>
                              <p:par>
                                <p:cTn id="301" presetID="2" presetClass="entr" fill="hold" nodeType="withEffect" presetSubtype="2">
                                  <p:stCondLst>
                                    <p:cond delay="0"/>
                                  </p:stCondLst>
                                  <p:childTnLst>
                                    <p:set>
                                      <p:cBhvr>
                                        <p:cTn id="302" dur="1" fill="hold">
                                          <p:stCondLst>
                                            <p:cond delay="0"/>
                                          </p:stCondLst>
                                        </p:cTn>
                                        <p:tgtEl>
                                          <p:spTgt spid="130"/>
                                        </p:tgtEl>
                                        <p:attrNameLst>
                                          <p:attrName>style.visibility</p:attrName>
                                        </p:attrNameLst>
                                      </p:cBhvr>
                                      <p:to>
                                        <p:strVal val="visible"/>
                                      </p:to>
                                    </p:set>
                                    <p:anim calcmode="lin" valueType="num">
                                      <p:cBhvr additive="repl">
                                        <p:cTn id="303" dur="500" fill="hold"/>
                                        <p:tgtEl>
                                          <p:spTgt spid="130"/>
                                        </p:tgtEl>
                                        <p:attrNameLst>
                                          <p:attrName>ppt_x</p:attrName>
                                        </p:attrNameLst>
                                      </p:cBhvr>
                                      <p:tavLst>
                                        <p:tav>
                                          <p:val>
                                            <p:strVal val="1+#ppt_w/2"/>
                                          </p:val>
                                        </p:tav>
                                        <p:tav tm="100000">
                                          <p:val>
                                            <p:strVal val="#ppt_x"/>
                                          </p:val>
                                        </p:tav>
                                      </p:tavLst>
                                    </p:anim>
                                    <p:anim calcmode="lin" valueType="num">
                                      <p:cBhvr additive="repl">
                                        <p:cTn id="304" dur="500" fill="hold"/>
                                        <p:tgtEl>
                                          <p:spTgt spid="130"/>
                                        </p:tgtEl>
                                        <p:attrNameLst>
                                          <p:attrName>ppt_y</p:attrName>
                                        </p:attrNameLst>
                                      </p:cBhvr>
                                      <p:tavLst>
                                        <p:tav>
                                          <p:val>
                                            <p:strVal val="#ppt_y"/>
                                          </p:val>
                                        </p:tav>
                                        <p:tav tm="100000">
                                          <p:val>
                                            <p:strVal val="#ppt_y"/>
                                          </p:val>
                                        </p:tav>
                                      </p:tavLst>
                                    </p:anim>
                                  </p:childTnLst>
                                </p:cTn>
                              </p:par>
                              <p:par>
                                <p:cTn id="305" presetID="2" presetClass="entr" fill="hold" nodeType="withEffect" presetSubtype="1">
                                  <p:stCondLst>
                                    <p:cond delay="0"/>
                                  </p:stCondLst>
                                  <p:childTnLst>
                                    <p:set>
                                      <p:cBhvr>
                                        <p:cTn id="306" dur="1" fill="hold">
                                          <p:stCondLst>
                                            <p:cond delay="0"/>
                                          </p:stCondLst>
                                        </p:cTn>
                                        <p:tgtEl>
                                          <p:spTgt spid="128"/>
                                        </p:tgtEl>
                                        <p:attrNameLst>
                                          <p:attrName>style.visibility</p:attrName>
                                        </p:attrNameLst>
                                      </p:cBhvr>
                                      <p:to>
                                        <p:strVal val="visible"/>
                                      </p:to>
                                    </p:set>
                                    <p:anim calcmode="lin" valueType="num">
                                      <p:cBhvr additive="repl">
                                        <p:cTn id="307" dur="500" fill="hold"/>
                                        <p:tgtEl>
                                          <p:spTgt spid="128"/>
                                        </p:tgtEl>
                                        <p:attrNameLst>
                                          <p:attrName>ppt_x</p:attrName>
                                        </p:attrNameLst>
                                      </p:cBhvr>
                                      <p:tavLst>
                                        <p:tav>
                                          <p:val>
                                            <p:strVal val="#ppt_x"/>
                                          </p:val>
                                        </p:tav>
                                        <p:tav tm="100000">
                                          <p:val>
                                            <p:strVal val="#ppt_x"/>
                                          </p:val>
                                        </p:tav>
                                      </p:tavLst>
                                    </p:anim>
                                    <p:anim calcmode="lin" valueType="num">
                                      <p:cBhvr additive="repl">
                                        <p:cTn id="308" dur="500" fill="hold"/>
                                        <p:tgtEl>
                                          <p:spTgt spid="128"/>
                                        </p:tgtEl>
                                        <p:attrNameLst>
                                          <p:attrName>ppt_y</p:attrName>
                                        </p:attrNameLst>
                                      </p:cBhvr>
                                      <p:tavLst>
                                        <p:tav>
                                          <p:val>
                                            <p:strVal val="0-#ppt_h/2"/>
                                          </p:val>
                                        </p:tav>
                                        <p:tav tm="100000">
                                          <p:val>
                                            <p:strVal val="#ppt_y"/>
                                          </p:val>
                                        </p:tav>
                                      </p:tavLst>
                                    </p:anim>
                                  </p:childTnLst>
                                </p:cTn>
                              </p:par>
                              <p:par>
                                <p:cTn id="309" presetID="2" presetClass="entr" fill="hold" nodeType="withEffect" presetSubtype="8">
                                  <p:stCondLst>
                                    <p:cond delay="0"/>
                                  </p:stCondLst>
                                  <p:childTnLst>
                                    <p:set>
                                      <p:cBhvr>
                                        <p:cTn id="310" dur="1" fill="hold">
                                          <p:stCondLst>
                                            <p:cond delay="0"/>
                                          </p:stCondLst>
                                        </p:cTn>
                                        <p:tgtEl>
                                          <p:spTgt spid="144"/>
                                        </p:tgtEl>
                                        <p:attrNameLst>
                                          <p:attrName>style.visibility</p:attrName>
                                        </p:attrNameLst>
                                      </p:cBhvr>
                                      <p:to>
                                        <p:strVal val="visible"/>
                                      </p:to>
                                    </p:set>
                                    <p:anim calcmode="lin" valueType="num">
                                      <p:cBhvr additive="repl">
                                        <p:cTn id="311" dur="500" fill="hold"/>
                                        <p:tgtEl>
                                          <p:spTgt spid="144"/>
                                        </p:tgtEl>
                                        <p:attrNameLst>
                                          <p:attrName>ppt_x</p:attrName>
                                        </p:attrNameLst>
                                      </p:cBhvr>
                                      <p:tavLst>
                                        <p:tav>
                                          <p:val>
                                            <p:strVal val="0-#ppt_w/2"/>
                                          </p:val>
                                        </p:tav>
                                        <p:tav tm="100000">
                                          <p:val>
                                            <p:strVal val="#ppt_x"/>
                                          </p:val>
                                        </p:tav>
                                      </p:tavLst>
                                    </p:anim>
                                    <p:anim calcmode="lin" valueType="num">
                                      <p:cBhvr additive="repl">
                                        <p:cTn id="312" dur="500" fill="hold"/>
                                        <p:tgtEl>
                                          <p:spTgt spid="144"/>
                                        </p:tgtEl>
                                        <p:attrNameLst>
                                          <p:attrName>ppt_y</p:attrName>
                                        </p:attrNameLst>
                                      </p:cBhvr>
                                      <p:tavLst>
                                        <p:tav>
                                          <p:val>
                                            <p:strVal val="#ppt_y"/>
                                          </p:val>
                                        </p:tav>
                                        <p:tav tm="100000">
                                          <p:val>
                                            <p:strVal val="#ppt_y"/>
                                          </p:val>
                                        </p:tav>
                                      </p:tavLst>
                                    </p:anim>
                                  </p:childTnLst>
                                </p:cTn>
                              </p:par>
                              <p:par>
                                <p:cTn id="313" presetID="2" presetClass="entr" fill="hold" nodeType="withEffect" presetSubtype="12">
                                  <p:stCondLst>
                                    <p:cond delay="0"/>
                                  </p:stCondLst>
                                  <p:childTnLst>
                                    <p:set>
                                      <p:cBhvr>
                                        <p:cTn id="314" dur="1" fill="hold">
                                          <p:stCondLst>
                                            <p:cond delay="0"/>
                                          </p:stCondLst>
                                        </p:cTn>
                                        <p:tgtEl>
                                          <p:spTgt spid="143"/>
                                        </p:tgtEl>
                                        <p:attrNameLst>
                                          <p:attrName>style.visibility</p:attrName>
                                        </p:attrNameLst>
                                      </p:cBhvr>
                                      <p:to>
                                        <p:strVal val="visible"/>
                                      </p:to>
                                    </p:set>
                                    <p:anim calcmode="lin" valueType="num">
                                      <p:cBhvr additive="repl">
                                        <p:cTn id="315" dur="500" fill="hold"/>
                                        <p:tgtEl>
                                          <p:spTgt spid="143"/>
                                        </p:tgtEl>
                                        <p:attrNameLst>
                                          <p:attrName>ppt_x</p:attrName>
                                        </p:attrNameLst>
                                      </p:cBhvr>
                                      <p:tavLst>
                                        <p:tav>
                                          <p:val>
                                            <p:strVal val="0-#ppt_w/2"/>
                                          </p:val>
                                        </p:tav>
                                        <p:tav tm="100000">
                                          <p:val>
                                            <p:strVal val="#ppt_x"/>
                                          </p:val>
                                        </p:tav>
                                      </p:tavLst>
                                    </p:anim>
                                    <p:anim calcmode="lin" valueType="num">
                                      <p:cBhvr additive="repl">
                                        <p:cTn id="316" dur="500" fill="hold"/>
                                        <p:tgtEl>
                                          <p:spTgt spid="143"/>
                                        </p:tgtEl>
                                        <p:attrNameLst>
                                          <p:attrName>ppt_y</p:attrName>
                                        </p:attrNameLst>
                                      </p:cBhvr>
                                      <p:tavLst>
                                        <p:tav>
                                          <p:val>
                                            <p:strVal val="1+#ppt_h/2"/>
                                          </p:val>
                                        </p:tav>
                                        <p:tav tm="100000">
                                          <p:val>
                                            <p:strVal val="#ppt_y"/>
                                          </p:val>
                                        </p:tav>
                                      </p:tavLst>
                                    </p:anim>
                                  </p:childTnLst>
                                </p:cTn>
                              </p:par>
                              <p:par>
                                <p:cTn id="317" presetID="2" presetClass="entr" fill="hold" nodeType="withEffect" presetSubtype="3">
                                  <p:stCondLst>
                                    <p:cond delay="0"/>
                                  </p:stCondLst>
                                  <p:childTnLst>
                                    <p:set>
                                      <p:cBhvr>
                                        <p:cTn id="318" dur="1" fill="hold">
                                          <p:stCondLst>
                                            <p:cond delay="0"/>
                                          </p:stCondLst>
                                        </p:cTn>
                                        <p:tgtEl>
                                          <p:spTgt spid="142"/>
                                        </p:tgtEl>
                                        <p:attrNameLst>
                                          <p:attrName>style.visibility</p:attrName>
                                        </p:attrNameLst>
                                      </p:cBhvr>
                                      <p:to>
                                        <p:strVal val="visible"/>
                                      </p:to>
                                    </p:set>
                                    <p:anim calcmode="lin" valueType="num">
                                      <p:cBhvr additive="repl">
                                        <p:cTn id="319" dur="500" fill="hold"/>
                                        <p:tgtEl>
                                          <p:spTgt spid="142"/>
                                        </p:tgtEl>
                                        <p:attrNameLst>
                                          <p:attrName>ppt_x</p:attrName>
                                        </p:attrNameLst>
                                      </p:cBhvr>
                                      <p:tavLst>
                                        <p:tav>
                                          <p:val>
                                            <p:strVal val="1+#ppt_w/2"/>
                                          </p:val>
                                        </p:tav>
                                        <p:tav tm="100000">
                                          <p:val>
                                            <p:strVal val="#ppt_x"/>
                                          </p:val>
                                        </p:tav>
                                      </p:tavLst>
                                    </p:anim>
                                    <p:anim calcmode="lin" valueType="num">
                                      <p:cBhvr additive="repl">
                                        <p:cTn id="320" dur="500" fill="hold"/>
                                        <p:tgtEl>
                                          <p:spTgt spid="142"/>
                                        </p:tgtEl>
                                        <p:attrNameLst>
                                          <p:attrName>ppt_y</p:attrName>
                                        </p:attrNameLst>
                                      </p:cBhvr>
                                      <p:tavLst>
                                        <p:tav>
                                          <p:val>
                                            <p:strVal val="0-#ppt_h/2"/>
                                          </p:val>
                                        </p:tav>
                                        <p:tav tm="100000">
                                          <p:val>
                                            <p:strVal val="#ppt_y"/>
                                          </p:val>
                                        </p:tav>
                                      </p:tavLst>
                                    </p:anim>
                                  </p:childTnLst>
                                </p:cTn>
                              </p:par>
                            </p:childTnLst>
                          </p:cTn>
                        </p:par>
                        <p:par>
                          <p:cTn id="321" fill="hold">
                            <p:stCondLst>
                              <p:cond delay="1000"/>
                            </p:stCondLst>
                            <p:childTnLst>
                              <p:par>
                                <p:cTn id="322" presetID="2" presetClass="entr" fill="hold" nodeType="afterEffect" presetSubtype="12">
                                  <p:stCondLst>
                                    <p:cond delay="0"/>
                                  </p:stCondLst>
                                  <p:childTnLst>
                                    <p:set>
                                      <p:cBhvr>
                                        <p:cTn id="323" dur="1" fill="hold">
                                          <p:stCondLst>
                                            <p:cond delay="0"/>
                                          </p:stCondLst>
                                        </p:cTn>
                                        <p:tgtEl>
                                          <p:spTgt spid="141"/>
                                        </p:tgtEl>
                                        <p:attrNameLst>
                                          <p:attrName>style.visibility</p:attrName>
                                        </p:attrNameLst>
                                      </p:cBhvr>
                                      <p:to>
                                        <p:strVal val="visible"/>
                                      </p:to>
                                    </p:set>
                                    <p:anim calcmode="lin" valueType="num">
                                      <p:cBhvr additive="repl">
                                        <p:cTn id="324" dur="500" fill="hold"/>
                                        <p:tgtEl>
                                          <p:spTgt spid="141"/>
                                        </p:tgtEl>
                                        <p:attrNameLst>
                                          <p:attrName>ppt_x</p:attrName>
                                        </p:attrNameLst>
                                      </p:cBhvr>
                                      <p:tavLst>
                                        <p:tav>
                                          <p:val>
                                            <p:strVal val="0-#ppt_w/2"/>
                                          </p:val>
                                        </p:tav>
                                        <p:tav tm="100000">
                                          <p:val>
                                            <p:strVal val="#ppt_x"/>
                                          </p:val>
                                        </p:tav>
                                      </p:tavLst>
                                    </p:anim>
                                    <p:anim calcmode="lin" valueType="num">
                                      <p:cBhvr additive="repl">
                                        <p:cTn id="325" dur="500" fill="hold"/>
                                        <p:tgtEl>
                                          <p:spTgt spid="141"/>
                                        </p:tgtEl>
                                        <p:attrNameLst>
                                          <p:attrName>ppt_y</p:attrName>
                                        </p:attrNameLst>
                                      </p:cBhvr>
                                      <p:tavLst>
                                        <p:tav>
                                          <p:val>
                                            <p:strVal val="1+#ppt_h/2"/>
                                          </p:val>
                                        </p:tav>
                                        <p:tav tm="100000">
                                          <p:val>
                                            <p:strVal val="#ppt_y"/>
                                          </p:val>
                                        </p:tav>
                                      </p:tavLst>
                                    </p:anim>
                                  </p:childTnLst>
                                </p:cTn>
                              </p:par>
                              <p:par>
                                <p:cTn id="326" presetID="2" presetClass="entr" fill="hold" nodeType="withEffect" presetSubtype="9">
                                  <p:stCondLst>
                                    <p:cond delay="0"/>
                                  </p:stCondLst>
                                  <p:childTnLst>
                                    <p:set>
                                      <p:cBhvr>
                                        <p:cTn id="327" dur="1" fill="hold">
                                          <p:stCondLst>
                                            <p:cond delay="0"/>
                                          </p:stCondLst>
                                        </p:cTn>
                                        <p:tgtEl>
                                          <p:spTgt spid="137"/>
                                        </p:tgtEl>
                                        <p:attrNameLst>
                                          <p:attrName>style.visibility</p:attrName>
                                        </p:attrNameLst>
                                      </p:cBhvr>
                                      <p:to>
                                        <p:strVal val="visible"/>
                                      </p:to>
                                    </p:set>
                                    <p:anim calcmode="lin" valueType="num">
                                      <p:cBhvr additive="repl">
                                        <p:cTn id="328" dur="500" fill="hold"/>
                                        <p:tgtEl>
                                          <p:spTgt spid="137"/>
                                        </p:tgtEl>
                                        <p:attrNameLst>
                                          <p:attrName>ppt_x</p:attrName>
                                        </p:attrNameLst>
                                      </p:cBhvr>
                                      <p:tavLst>
                                        <p:tav>
                                          <p:val>
                                            <p:strVal val="0-#ppt_w/2"/>
                                          </p:val>
                                        </p:tav>
                                        <p:tav tm="100000">
                                          <p:val>
                                            <p:strVal val="#ppt_x"/>
                                          </p:val>
                                        </p:tav>
                                      </p:tavLst>
                                    </p:anim>
                                    <p:anim calcmode="lin" valueType="num">
                                      <p:cBhvr additive="repl">
                                        <p:cTn id="329" dur="500" fill="hold"/>
                                        <p:tgtEl>
                                          <p:spTgt spid="137"/>
                                        </p:tgtEl>
                                        <p:attrNameLst>
                                          <p:attrName>ppt_y</p:attrName>
                                        </p:attrNameLst>
                                      </p:cBhvr>
                                      <p:tavLst>
                                        <p:tav>
                                          <p:val>
                                            <p:strVal val="0-#ppt_h/2"/>
                                          </p:val>
                                        </p:tav>
                                        <p:tav tm="100000">
                                          <p:val>
                                            <p:strVal val="#ppt_y"/>
                                          </p:val>
                                        </p:tav>
                                      </p:tavLst>
                                    </p:anim>
                                  </p:childTnLst>
                                </p:cTn>
                              </p:par>
                              <p:par>
                                <p:cTn id="330" presetID="2" presetClass="entr" fill="hold" nodeType="withEffect" presetSubtype="8">
                                  <p:stCondLst>
                                    <p:cond delay="0"/>
                                  </p:stCondLst>
                                  <p:childTnLst>
                                    <p:set>
                                      <p:cBhvr>
                                        <p:cTn id="331" dur="1" fill="hold">
                                          <p:stCondLst>
                                            <p:cond delay="0"/>
                                          </p:stCondLst>
                                        </p:cTn>
                                        <p:tgtEl>
                                          <p:spTgt spid="136"/>
                                        </p:tgtEl>
                                        <p:attrNameLst>
                                          <p:attrName>style.visibility</p:attrName>
                                        </p:attrNameLst>
                                      </p:cBhvr>
                                      <p:to>
                                        <p:strVal val="visible"/>
                                      </p:to>
                                    </p:set>
                                    <p:anim calcmode="lin" valueType="num">
                                      <p:cBhvr additive="repl">
                                        <p:cTn id="332" dur="500" fill="hold"/>
                                        <p:tgtEl>
                                          <p:spTgt spid="136"/>
                                        </p:tgtEl>
                                        <p:attrNameLst>
                                          <p:attrName>ppt_x</p:attrName>
                                        </p:attrNameLst>
                                      </p:cBhvr>
                                      <p:tavLst>
                                        <p:tav>
                                          <p:val>
                                            <p:strVal val="0-#ppt_w/2"/>
                                          </p:val>
                                        </p:tav>
                                        <p:tav tm="100000">
                                          <p:val>
                                            <p:strVal val="#ppt_x"/>
                                          </p:val>
                                        </p:tav>
                                      </p:tavLst>
                                    </p:anim>
                                    <p:anim calcmode="lin" valueType="num">
                                      <p:cBhvr additive="repl">
                                        <p:cTn id="333" dur="500" fill="hold"/>
                                        <p:tgtEl>
                                          <p:spTgt spid="136"/>
                                        </p:tgtEl>
                                        <p:attrNameLst>
                                          <p:attrName>ppt_y</p:attrName>
                                        </p:attrNameLst>
                                      </p:cBhvr>
                                      <p:tavLst>
                                        <p:tav>
                                          <p:val>
                                            <p:strVal val="#ppt_y"/>
                                          </p:val>
                                        </p:tav>
                                        <p:tav tm="100000">
                                          <p:val>
                                            <p:strVal val="#ppt_y"/>
                                          </p:val>
                                        </p:tav>
                                      </p:tavLst>
                                    </p:anim>
                                  </p:childTnLst>
                                </p:cTn>
                              </p:par>
                              <p:par>
                                <p:cTn id="334" presetID="2" presetClass="entr" fill="hold" nodeType="withEffect" presetSubtype="4">
                                  <p:stCondLst>
                                    <p:cond delay="0"/>
                                  </p:stCondLst>
                                  <p:childTnLst>
                                    <p:set>
                                      <p:cBhvr>
                                        <p:cTn id="335" dur="1" fill="hold">
                                          <p:stCondLst>
                                            <p:cond delay="0"/>
                                          </p:stCondLst>
                                        </p:cTn>
                                        <p:tgtEl>
                                          <p:spTgt spid="129"/>
                                        </p:tgtEl>
                                        <p:attrNameLst>
                                          <p:attrName>style.visibility</p:attrName>
                                        </p:attrNameLst>
                                      </p:cBhvr>
                                      <p:to>
                                        <p:strVal val="visible"/>
                                      </p:to>
                                    </p:set>
                                    <p:anim calcmode="lin" valueType="num">
                                      <p:cBhvr additive="repl">
                                        <p:cTn id="336" dur="500" fill="hold"/>
                                        <p:tgtEl>
                                          <p:spTgt spid="129"/>
                                        </p:tgtEl>
                                        <p:attrNameLst>
                                          <p:attrName>ppt_x</p:attrName>
                                        </p:attrNameLst>
                                      </p:cBhvr>
                                      <p:tavLst>
                                        <p:tav>
                                          <p:val>
                                            <p:strVal val="#ppt_x"/>
                                          </p:val>
                                        </p:tav>
                                        <p:tav tm="100000">
                                          <p:val>
                                            <p:strVal val="#ppt_x"/>
                                          </p:val>
                                        </p:tav>
                                      </p:tavLst>
                                    </p:anim>
                                    <p:anim calcmode="lin" valueType="num">
                                      <p:cBhvr additive="repl">
                                        <p:cTn id="337" dur="500" fill="hold"/>
                                        <p:tgtEl>
                                          <p:spTgt spid="129"/>
                                        </p:tgtEl>
                                        <p:attrNameLst>
                                          <p:attrName>ppt_y</p:attrName>
                                        </p:attrNameLst>
                                      </p:cBhvr>
                                      <p:tavLst>
                                        <p:tav>
                                          <p:val>
                                            <p:strVal val="1+#ppt_h/2"/>
                                          </p:val>
                                        </p:tav>
                                        <p:tav tm="100000">
                                          <p:val>
                                            <p:strVal val="#ppt_y"/>
                                          </p:val>
                                        </p:tav>
                                      </p:tavLst>
                                    </p:anim>
                                  </p:childTnLst>
                                </p:cTn>
                              </p:par>
                              <p:par>
                                <p:cTn id="338" presetID="2" presetClass="entr" fill="hold" nodeType="withEffect" presetSubtype="12">
                                  <p:stCondLst>
                                    <p:cond delay="0"/>
                                  </p:stCondLst>
                                  <p:childTnLst>
                                    <p:set>
                                      <p:cBhvr>
                                        <p:cTn id="339" dur="1" fill="hold">
                                          <p:stCondLst>
                                            <p:cond delay="0"/>
                                          </p:stCondLst>
                                        </p:cTn>
                                        <p:tgtEl>
                                          <p:spTgt spid="135"/>
                                        </p:tgtEl>
                                        <p:attrNameLst>
                                          <p:attrName>style.visibility</p:attrName>
                                        </p:attrNameLst>
                                      </p:cBhvr>
                                      <p:to>
                                        <p:strVal val="visible"/>
                                      </p:to>
                                    </p:set>
                                    <p:anim calcmode="lin" valueType="num">
                                      <p:cBhvr additive="repl">
                                        <p:cTn id="340" dur="500" fill="hold"/>
                                        <p:tgtEl>
                                          <p:spTgt spid="135"/>
                                        </p:tgtEl>
                                        <p:attrNameLst>
                                          <p:attrName>ppt_x</p:attrName>
                                        </p:attrNameLst>
                                      </p:cBhvr>
                                      <p:tavLst>
                                        <p:tav>
                                          <p:val>
                                            <p:strVal val="0-#ppt_w/2"/>
                                          </p:val>
                                        </p:tav>
                                        <p:tav tm="100000">
                                          <p:val>
                                            <p:strVal val="#ppt_x"/>
                                          </p:val>
                                        </p:tav>
                                      </p:tavLst>
                                    </p:anim>
                                    <p:anim calcmode="lin" valueType="num">
                                      <p:cBhvr additive="repl">
                                        <p:cTn id="341" dur="500" fill="hold"/>
                                        <p:tgtEl>
                                          <p:spTgt spid="135"/>
                                        </p:tgtEl>
                                        <p:attrNameLst>
                                          <p:attrName>ppt_y</p:attrName>
                                        </p:attrNameLst>
                                      </p:cBhvr>
                                      <p:tavLst>
                                        <p:tav>
                                          <p:val>
                                            <p:strVal val="1+#ppt_h/2"/>
                                          </p:val>
                                        </p:tav>
                                        <p:tav tm="100000">
                                          <p:val>
                                            <p:strVal val="#ppt_y"/>
                                          </p:val>
                                        </p:tav>
                                      </p:tavLst>
                                    </p:anim>
                                  </p:childTnLst>
                                </p:cTn>
                              </p:par>
                              <p:par>
                                <p:cTn id="342" presetID="2" presetClass="entr" fill="hold" nodeType="withEffect" presetSubtype="4">
                                  <p:stCondLst>
                                    <p:cond delay="0"/>
                                  </p:stCondLst>
                                  <p:childTnLst>
                                    <p:set>
                                      <p:cBhvr>
                                        <p:cTn id="343" dur="1" fill="hold">
                                          <p:stCondLst>
                                            <p:cond delay="0"/>
                                          </p:stCondLst>
                                        </p:cTn>
                                        <p:tgtEl>
                                          <p:spTgt spid="145"/>
                                        </p:tgtEl>
                                        <p:attrNameLst>
                                          <p:attrName>style.visibility</p:attrName>
                                        </p:attrNameLst>
                                      </p:cBhvr>
                                      <p:to>
                                        <p:strVal val="visible"/>
                                      </p:to>
                                    </p:set>
                                    <p:anim calcmode="lin" valueType="num">
                                      <p:cBhvr additive="repl">
                                        <p:cTn id="344" dur="500" fill="hold"/>
                                        <p:tgtEl>
                                          <p:spTgt spid="145"/>
                                        </p:tgtEl>
                                        <p:attrNameLst>
                                          <p:attrName>ppt_x</p:attrName>
                                        </p:attrNameLst>
                                      </p:cBhvr>
                                      <p:tavLst>
                                        <p:tav>
                                          <p:val>
                                            <p:strVal val="#ppt_x"/>
                                          </p:val>
                                        </p:tav>
                                        <p:tav tm="100000">
                                          <p:val>
                                            <p:strVal val="#ppt_x"/>
                                          </p:val>
                                        </p:tav>
                                      </p:tavLst>
                                    </p:anim>
                                    <p:anim calcmode="lin" valueType="num">
                                      <p:cBhvr additive="repl">
                                        <p:cTn id="345" dur="500" fill="hold"/>
                                        <p:tgtEl>
                                          <p:spTgt spid="145"/>
                                        </p:tgtEl>
                                        <p:attrNameLst>
                                          <p:attrName>ppt_y</p:attrName>
                                        </p:attrNameLst>
                                      </p:cBhvr>
                                      <p:tavLst>
                                        <p:tav>
                                          <p:val>
                                            <p:strVal val="1+#ppt_h/2"/>
                                          </p:val>
                                        </p:tav>
                                        <p:tav tm="100000">
                                          <p:val>
                                            <p:strVal val="#ppt_y"/>
                                          </p:val>
                                        </p:tav>
                                      </p:tavLst>
                                    </p:anim>
                                  </p:childTnLst>
                                </p:cTn>
                              </p:par>
                              <p:par>
                                <p:cTn id="346" presetID="2" presetClass="entr" fill="hold" nodeType="withEffect" presetSubtype="3">
                                  <p:stCondLst>
                                    <p:cond delay="0"/>
                                  </p:stCondLst>
                                  <p:childTnLst>
                                    <p:set>
                                      <p:cBhvr>
                                        <p:cTn id="347" dur="1" fill="hold">
                                          <p:stCondLst>
                                            <p:cond delay="0"/>
                                          </p:stCondLst>
                                        </p:cTn>
                                        <p:tgtEl>
                                          <p:spTgt spid="146"/>
                                        </p:tgtEl>
                                        <p:attrNameLst>
                                          <p:attrName>style.visibility</p:attrName>
                                        </p:attrNameLst>
                                      </p:cBhvr>
                                      <p:to>
                                        <p:strVal val="visible"/>
                                      </p:to>
                                    </p:set>
                                    <p:anim calcmode="lin" valueType="num">
                                      <p:cBhvr additive="repl">
                                        <p:cTn id="348" dur="500" fill="hold"/>
                                        <p:tgtEl>
                                          <p:spTgt spid="146"/>
                                        </p:tgtEl>
                                        <p:attrNameLst>
                                          <p:attrName>ppt_x</p:attrName>
                                        </p:attrNameLst>
                                      </p:cBhvr>
                                      <p:tavLst>
                                        <p:tav>
                                          <p:val>
                                            <p:strVal val="1+#ppt_w/2"/>
                                          </p:val>
                                        </p:tav>
                                        <p:tav tm="100000">
                                          <p:val>
                                            <p:strVal val="#ppt_x"/>
                                          </p:val>
                                        </p:tav>
                                      </p:tavLst>
                                    </p:anim>
                                    <p:anim calcmode="lin" valueType="num">
                                      <p:cBhvr additive="repl">
                                        <p:cTn id="349" dur="500" fill="hold"/>
                                        <p:tgtEl>
                                          <p:spTgt spid="146"/>
                                        </p:tgtEl>
                                        <p:attrNameLst>
                                          <p:attrName>ppt_y</p:attrName>
                                        </p:attrNameLst>
                                      </p:cBhvr>
                                      <p:tavLst>
                                        <p:tav>
                                          <p:val>
                                            <p:strVal val="0-#ppt_h/2"/>
                                          </p:val>
                                        </p:tav>
                                        <p:tav tm="100000">
                                          <p:val>
                                            <p:strVal val="#ppt_y"/>
                                          </p:val>
                                        </p:tav>
                                      </p:tavLst>
                                    </p:anim>
                                  </p:childTnLst>
                                </p:cTn>
                              </p:par>
                              <p:par>
                                <p:cTn id="350" presetID="2" presetClass="entr" fill="hold" nodeType="withEffect" presetSubtype="12">
                                  <p:stCondLst>
                                    <p:cond delay="0"/>
                                  </p:stCondLst>
                                  <p:childTnLst>
                                    <p:set>
                                      <p:cBhvr>
                                        <p:cTn id="351" dur="1" fill="hold">
                                          <p:stCondLst>
                                            <p:cond delay="0"/>
                                          </p:stCondLst>
                                        </p:cTn>
                                        <p:tgtEl>
                                          <p:spTgt spid="147"/>
                                        </p:tgtEl>
                                        <p:attrNameLst>
                                          <p:attrName>style.visibility</p:attrName>
                                        </p:attrNameLst>
                                      </p:cBhvr>
                                      <p:to>
                                        <p:strVal val="visible"/>
                                      </p:to>
                                    </p:set>
                                    <p:anim calcmode="lin" valueType="num">
                                      <p:cBhvr additive="repl">
                                        <p:cTn id="352" dur="500" fill="hold"/>
                                        <p:tgtEl>
                                          <p:spTgt spid="147"/>
                                        </p:tgtEl>
                                        <p:attrNameLst>
                                          <p:attrName>ppt_x</p:attrName>
                                        </p:attrNameLst>
                                      </p:cBhvr>
                                      <p:tavLst>
                                        <p:tav>
                                          <p:val>
                                            <p:strVal val="0-#ppt_w/2"/>
                                          </p:val>
                                        </p:tav>
                                        <p:tav tm="100000">
                                          <p:val>
                                            <p:strVal val="#ppt_x"/>
                                          </p:val>
                                        </p:tav>
                                      </p:tavLst>
                                    </p:anim>
                                    <p:anim calcmode="lin" valueType="num">
                                      <p:cBhvr additive="repl">
                                        <p:cTn id="353" dur="500" fill="hold"/>
                                        <p:tgtEl>
                                          <p:spTgt spid="147"/>
                                        </p:tgtEl>
                                        <p:attrNameLst>
                                          <p:attrName>ppt_y</p:attrName>
                                        </p:attrNameLst>
                                      </p:cBhvr>
                                      <p:tavLst>
                                        <p:tav>
                                          <p:val>
                                            <p:strVal val="1+#ppt_h/2"/>
                                          </p:val>
                                        </p:tav>
                                        <p:tav tm="100000">
                                          <p:val>
                                            <p:strVal val="#ppt_y"/>
                                          </p:val>
                                        </p:tav>
                                      </p:tavLst>
                                    </p:anim>
                                  </p:childTnLst>
                                </p:cTn>
                              </p:par>
                              <p:par>
                                <p:cTn id="354" presetID="2" presetClass="entr" fill="hold" nodeType="withEffect" presetSubtype="9">
                                  <p:stCondLst>
                                    <p:cond delay="0"/>
                                  </p:stCondLst>
                                  <p:childTnLst>
                                    <p:set>
                                      <p:cBhvr>
                                        <p:cTn id="355" dur="1" fill="hold">
                                          <p:stCondLst>
                                            <p:cond delay="0"/>
                                          </p:stCondLst>
                                        </p:cTn>
                                        <p:tgtEl>
                                          <p:spTgt spid="131"/>
                                        </p:tgtEl>
                                        <p:attrNameLst>
                                          <p:attrName>style.visibility</p:attrName>
                                        </p:attrNameLst>
                                      </p:cBhvr>
                                      <p:to>
                                        <p:strVal val="visible"/>
                                      </p:to>
                                    </p:set>
                                    <p:anim calcmode="lin" valueType="num">
                                      <p:cBhvr additive="repl">
                                        <p:cTn id="356" dur="500" fill="hold"/>
                                        <p:tgtEl>
                                          <p:spTgt spid="131"/>
                                        </p:tgtEl>
                                        <p:attrNameLst>
                                          <p:attrName>ppt_x</p:attrName>
                                        </p:attrNameLst>
                                      </p:cBhvr>
                                      <p:tavLst>
                                        <p:tav>
                                          <p:val>
                                            <p:strVal val="0-#ppt_w/2"/>
                                          </p:val>
                                        </p:tav>
                                        <p:tav tm="100000">
                                          <p:val>
                                            <p:strVal val="#ppt_x"/>
                                          </p:val>
                                        </p:tav>
                                      </p:tavLst>
                                    </p:anim>
                                    <p:anim calcmode="lin" valueType="num">
                                      <p:cBhvr additive="repl">
                                        <p:cTn id="357" dur="500" fill="hold"/>
                                        <p:tgtEl>
                                          <p:spTgt spid="131"/>
                                        </p:tgtEl>
                                        <p:attrNameLst>
                                          <p:attrName>ppt_y</p:attrName>
                                        </p:attrNameLst>
                                      </p:cBhvr>
                                      <p:tavLst>
                                        <p:tav>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148" name="Picture 1" descr="image.png"/>
          <p:cNvPicPr/>
          <p:nvPr/>
        </p:nvPicPr>
        <p:blipFill>
          <a:blip r:embed="rId1"/>
          <a:stretch/>
        </p:blipFill>
        <p:spPr>
          <a:xfrm>
            <a:off x="0" y="0"/>
            <a:ext cx="12191040" cy="6856920"/>
          </a:xfrm>
          <a:prstGeom prst="rect">
            <a:avLst/>
          </a:prstGeom>
          <a:noFill/>
          <a:ln w="0">
            <a:noFill/>
          </a:ln>
        </p:spPr>
      </p:pic>
      <p:sp>
        <p:nvSpPr>
          <p:cNvPr id="149" name="Rectangle 2"/>
          <p:cNvSpPr/>
          <p:nvPr/>
        </p:nvSpPr>
        <p:spPr>
          <a:xfrm>
            <a:off x="6286680" y="1747800"/>
            <a:ext cx="5294880" cy="1346760"/>
          </a:xfrm>
          <a:prstGeom prst="rect">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0" name="Rectangle 3"/>
          <p:cNvSpPr/>
          <p:nvPr/>
        </p:nvSpPr>
        <p:spPr>
          <a:xfrm>
            <a:off x="6334200" y="3265560"/>
            <a:ext cx="5294880" cy="1382400"/>
          </a:xfrm>
          <a:prstGeom prst="rect">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1" name="Rectangle 4"/>
          <p:cNvSpPr/>
          <p:nvPr/>
        </p:nvSpPr>
        <p:spPr>
          <a:xfrm>
            <a:off x="6286680" y="4762440"/>
            <a:ext cx="5294880" cy="1303920"/>
          </a:xfrm>
          <a:prstGeom prst="rect">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2" name="Rectangle 5"/>
          <p:cNvSpPr/>
          <p:nvPr/>
        </p:nvSpPr>
        <p:spPr>
          <a:xfrm>
            <a:off x="6286680" y="1747800"/>
            <a:ext cx="46440" cy="1346760"/>
          </a:xfrm>
          <a:prstGeom prst="rect">
            <a:avLst/>
          </a:prstGeom>
          <a:solidFill>
            <a:srgbClr val="A21CA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3400" tIns="45000" rIns="234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3" name="Rectangle 6"/>
          <p:cNvSpPr/>
          <p:nvPr/>
        </p:nvSpPr>
        <p:spPr>
          <a:xfrm>
            <a:off x="6286680" y="3265560"/>
            <a:ext cx="46440" cy="1346760"/>
          </a:xfrm>
          <a:prstGeom prst="rect">
            <a:avLst/>
          </a:prstGeom>
          <a:solidFill>
            <a:srgbClr val="7E22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3400" tIns="45000" rIns="234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4" name="Rectangle 7"/>
          <p:cNvSpPr/>
          <p:nvPr/>
        </p:nvSpPr>
        <p:spPr>
          <a:xfrm>
            <a:off x="6251760" y="4762440"/>
            <a:ext cx="46440" cy="1303920"/>
          </a:xfrm>
          <a:prstGeom prst="rect">
            <a:avLst/>
          </a:prstGeom>
          <a:solidFill>
            <a:srgbClr val="BE18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3400" tIns="45000" rIns="23400" bIns="45000" anchor="ctr">
            <a:noAutofit/>
          </a:bodyPr>
          <a:p>
            <a:pPr algn="ctr" defTabSz="457200">
              <a:lnSpc>
                <a:spcPct val="100000"/>
              </a:lnSpc>
            </a:pPr>
            <a:endParaRPr lang="en-US" sz="1800" b="0" u="none" strike="noStrike">
              <a:solidFill>
                <a:schemeClr val="lt1"/>
              </a:solidFill>
              <a:effectLst/>
              <a:uFillTx/>
              <a:latin typeface="Calibri"/>
            </a:endParaRPr>
          </a:p>
        </p:txBody>
      </p:sp>
      <p:pic>
        <p:nvPicPr>
          <p:cNvPr id="155" name="Picture 8" descr="image.png"/>
          <p:cNvPicPr/>
          <p:nvPr/>
        </p:nvPicPr>
        <p:blipFill>
          <a:blip r:embed="rId2"/>
          <a:stretch/>
        </p:blipFill>
        <p:spPr>
          <a:xfrm>
            <a:off x="609480" y="1666440"/>
            <a:ext cx="5294880" cy="4399920"/>
          </a:xfrm>
          <a:prstGeom prst="rect">
            <a:avLst/>
          </a:prstGeom>
          <a:noFill/>
          <a:ln w="0">
            <a:noFill/>
          </a:ln>
        </p:spPr>
      </p:pic>
      <p:sp>
        <p:nvSpPr>
          <p:cNvPr id="156" name="TextBox 9"/>
          <p:cNvSpPr/>
          <p:nvPr/>
        </p:nvSpPr>
        <p:spPr>
          <a:xfrm>
            <a:off x="358920" y="821160"/>
            <a:ext cx="140040" cy="3373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200" b="1" u="none" strike="noStrike">
                <a:solidFill>
                  <a:srgbClr val="BE185D"/>
                </a:solidFill>
                <a:effectLst/>
                <a:uFillTx/>
                <a:latin typeface="Times New Roman"/>
              </a:rPr>
              <a:t>4</a:t>
            </a:r>
            <a:endParaRPr lang="vi-VN" sz="2200" b="0" u="none" strike="noStrike">
              <a:solidFill>
                <a:srgbClr val="000000"/>
              </a:solidFill>
              <a:effectLst/>
              <a:uFillTx/>
              <a:latin typeface="Arial"/>
            </a:endParaRPr>
          </a:p>
        </p:txBody>
      </p:sp>
      <p:sp>
        <p:nvSpPr>
          <p:cNvPr id="157" name="TextBox 10"/>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BIỂU HIỆN TRONG XÃ HỘI HIỆN ĐẠI</a:t>
            </a:r>
            <a:endParaRPr lang="vi-VN" sz="2700" b="0" u="none" strike="noStrike">
              <a:solidFill>
                <a:srgbClr val="000000"/>
              </a:solidFill>
              <a:effectLst/>
              <a:uFillTx/>
              <a:latin typeface="Arial"/>
            </a:endParaRPr>
          </a:p>
        </p:txBody>
      </p:sp>
      <p:sp>
        <p:nvSpPr>
          <p:cNvPr id="158" name="TextBox 11"/>
          <p:cNvSpPr/>
          <p:nvPr/>
        </p:nvSpPr>
        <p:spPr>
          <a:xfrm>
            <a:off x="6515280" y="1935000"/>
            <a:ext cx="2647080" cy="275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3B0764"/>
                </a:solidFill>
                <a:effectLst/>
                <a:uFillTx/>
                <a:latin typeface="Times New Roman"/>
              </a:rPr>
              <a:t>Tấn công trên mạng </a:t>
            </a:r>
            <a:r>
              <a:rPr lang="vi-VN" sz="1800" b="1" u="none" strike="noStrike">
                <a:solidFill>
                  <a:srgbClr val="3B0764"/>
                </a:solidFill>
                <a:effectLst/>
                <a:uFillTx/>
                <a:latin typeface="Times New Roman"/>
              </a:rPr>
              <a:t>x</a:t>
            </a:r>
            <a:r>
              <a:rPr lang="en-US" sz="1800" b="1" u="none" strike="noStrike">
                <a:solidFill>
                  <a:srgbClr val="3B0764"/>
                </a:solidFill>
                <a:effectLst/>
                <a:uFillTx/>
                <a:latin typeface="Times New Roman"/>
              </a:rPr>
              <a:t>ã hội</a:t>
            </a:r>
            <a:endParaRPr lang="vi-VN" sz="1800" b="0" u="none" strike="noStrike">
              <a:solidFill>
                <a:srgbClr val="000000"/>
              </a:solidFill>
              <a:effectLst/>
              <a:uFillTx/>
              <a:latin typeface="Arial"/>
            </a:endParaRPr>
          </a:p>
        </p:txBody>
      </p:sp>
      <p:sp>
        <p:nvSpPr>
          <p:cNvPr id="159" name="TextBox 12"/>
          <p:cNvSpPr/>
          <p:nvPr/>
        </p:nvSpPr>
        <p:spPr>
          <a:xfrm>
            <a:off x="6477120" y="2327760"/>
            <a:ext cx="4961520" cy="491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00" b="0" u="none" strike="noStrike">
                <a:solidFill>
                  <a:srgbClr val="475569"/>
                </a:solidFill>
                <a:effectLst/>
                <a:uFillTx/>
                <a:latin typeface="Times New Roman"/>
              </a:rPr>
              <a:t>Hiện tượng "linching ảo", bạo lực ngôn từ và phán xét vội vàng trực tuyến.</a:t>
            </a:r>
            <a:endParaRPr lang="vi-VN" sz="1600" b="0" u="none" strike="noStrike">
              <a:solidFill>
                <a:srgbClr val="000000"/>
              </a:solidFill>
              <a:effectLst/>
              <a:uFillTx/>
              <a:latin typeface="Arial"/>
            </a:endParaRPr>
          </a:p>
        </p:txBody>
      </p:sp>
      <p:sp>
        <p:nvSpPr>
          <p:cNvPr id="160" name="TextBox 13"/>
          <p:cNvSpPr/>
          <p:nvPr/>
        </p:nvSpPr>
        <p:spPr>
          <a:xfrm>
            <a:off x="6524640" y="3552840"/>
            <a:ext cx="3823560" cy="275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3B0764"/>
                </a:solidFill>
                <a:effectLst/>
                <a:uFillTx/>
                <a:latin typeface="Times New Roman"/>
              </a:rPr>
              <a:t>Hiệu ứng buồng vang (Echo Chamber)</a:t>
            </a:r>
            <a:endParaRPr lang="vi-VN" sz="1800" b="0" u="none" strike="noStrike">
              <a:solidFill>
                <a:srgbClr val="000000"/>
              </a:solidFill>
              <a:effectLst/>
              <a:uFillTx/>
              <a:latin typeface="Arial"/>
            </a:endParaRPr>
          </a:p>
        </p:txBody>
      </p:sp>
      <p:sp>
        <p:nvSpPr>
          <p:cNvPr id="161" name="TextBox 14"/>
          <p:cNvSpPr/>
          <p:nvPr/>
        </p:nvSpPr>
        <p:spPr>
          <a:xfrm>
            <a:off x="6477120" y="3870720"/>
            <a:ext cx="4961520" cy="491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00" b="0" u="none" strike="noStrike">
                <a:solidFill>
                  <a:srgbClr val="475569"/>
                </a:solidFill>
                <a:effectLst/>
                <a:uFillTx/>
                <a:latin typeface="Times New Roman"/>
              </a:rPr>
              <a:t>Chỉ tiếp nhận quan điểm trùng khớp và bài trừ gay gắt mọi suy nghĩ khác biệt.</a:t>
            </a:r>
            <a:endParaRPr lang="vi-VN" sz="1600" b="0" u="none" strike="noStrike">
              <a:solidFill>
                <a:srgbClr val="000000"/>
              </a:solidFill>
              <a:effectLst/>
              <a:uFillTx/>
              <a:latin typeface="Arial"/>
            </a:endParaRPr>
          </a:p>
        </p:txBody>
      </p:sp>
      <p:sp>
        <p:nvSpPr>
          <p:cNvPr id="162" name="TextBox 15"/>
          <p:cNvSpPr/>
          <p:nvPr/>
        </p:nvSpPr>
        <p:spPr>
          <a:xfrm>
            <a:off x="6524640" y="4932720"/>
            <a:ext cx="2098800" cy="275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3B0764"/>
                </a:solidFill>
                <a:effectLst/>
                <a:uFillTx/>
                <a:latin typeface="Times New Roman"/>
              </a:rPr>
              <a:t>Xói mòn sự thấu cảm</a:t>
            </a:r>
            <a:endParaRPr lang="vi-VN" sz="1800" b="0" u="none" strike="noStrike">
              <a:solidFill>
                <a:srgbClr val="000000"/>
              </a:solidFill>
              <a:effectLst/>
              <a:uFillTx/>
              <a:latin typeface="Arial"/>
            </a:endParaRPr>
          </a:p>
        </p:txBody>
      </p:sp>
      <p:sp>
        <p:nvSpPr>
          <p:cNvPr id="163" name="TextBox 16"/>
          <p:cNvSpPr/>
          <p:nvPr/>
        </p:nvSpPr>
        <p:spPr>
          <a:xfrm>
            <a:off x="6524640" y="5322960"/>
            <a:ext cx="4961520" cy="491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00" b="0" u="none" strike="noStrike">
                <a:solidFill>
                  <a:srgbClr val="475569"/>
                </a:solidFill>
                <a:effectLst/>
                <a:uFillTx/>
                <a:latin typeface="Times New Roman"/>
              </a:rPr>
              <a:t>Thiếu kiên nhẫn trong giao tiếp xã hội dẫn đến sự rạn nứt niềm tin cộng đồng.</a:t>
            </a:r>
            <a:endParaRPr lang="vi-VN" sz="1600" b="0" u="none" strike="noStrike">
              <a:solidFill>
                <a:srgbClr val="000000"/>
              </a:solidFill>
              <a:effectLst/>
              <a:uFillTx/>
              <a:latin typeface="Arial"/>
            </a:endParaRPr>
          </a:p>
        </p:txBody>
      </p:sp>
    </p:spTree>
  </p:cSld>
  <mc:AlternateContent>
    <mc:Choice Requires="p14">
      <p:transition spd="slow" p14:dur="6000"/>
    </mc:Choice>
    <mc:Fallback>
      <p:transition spd="slow"/>
    </mc:Fallback>
  </mc:AlternateContent>
  <p:timing>
    <p:tnLst>
      <p:par>
        <p:cTn id="358" dur="indefinite" restart="never" nodeType="tmRoot">
          <p:childTnLst>
            <p:seq>
              <p:cTn id="359" dur="indefinite" nodeType="mainSeq">
                <p:childTnLst>
                  <p:par>
                    <p:cTn id="360" fill="hold">
                      <p:stCondLst>
                        <p:cond delay="0"/>
                      </p:stCondLst>
                      <p:childTnLst>
                        <p:par>
                          <p:cTn id="361" fill="hold">
                            <p:stCondLst>
                              <p:cond delay="0"/>
                            </p:stCondLst>
                            <p:childTnLst>
                              <p:par>
                                <p:cTn id="362" presetID="2" presetClass="entr" fill="hold" nodeType="afterEffect" presetSubtype="1">
                                  <p:stCondLst>
                                    <p:cond delay="0"/>
                                  </p:stCondLst>
                                  <p:childTnLst>
                                    <p:set>
                                      <p:cBhvr>
                                        <p:cTn id="363" dur="1" fill="hold">
                                          <p:stCondLst>
                                            <p:cond delay="0"/>
                                          </p:stCondLst>
                                        </p:cTn>
                                        <p:tgtEl>
                                          <p:spTgt spid="157"/>
                                        </p:tgtEl>
                                        <p:attrNameLst>
                                          <p:attrName>style.visibility</p:attrName>
                                        </p:attrNameLst>
                                      </p:cBhvr>
                                      <p:to>
                                        <p:strVal val="visible"/>
                                      </p:to>
                                    </p:set>
                                    <p:anim calcmode="lin" valueType="num">
                                      <p:cBhvr additive="repl">
                                        <p:cTn id="364" dur="500" fill="hold"/>
                                        <p:tgtEl>
                                          <p:spTgt spid="157"/>
                                        </p:tgtEl>
                                        <p:attrNameLst>
                                          <p:attrName>ppt_x</p:attrName>
                                        </p:attrNameLst>
                                      </p:cBhvr>
                                      <p:tavLst>
                                        <p:tav>
                                          <p:val>
                                            <p:strVal val="#ppt_x"/>
                                          </p:val>
                                        </p:tav>
                                        <p:tav tm="100000">
                                          <p:val>
                                            <p:strVal val="#ppt_x"/>
                                          </p:val>
                                        </p:tav>
                                      </p:tavLst>
                                    </p:anim>
                                    <p:anim calcmode="lin" valueType="num">
                                      <p:cBhvr additive="repl">
                                        <p:cTn id="365" dur="500" fill="hold"/>
                                        <p:tgtEl>
                                          <p:spTgt spid="157"/>
                                        </p:tgtEl>
                                        <p:attrNameLst>
                                          <p:attrName>ppt_y</p:attrName>
                                        </p:attrNameLst>
                                      </p:cBhvr>
                                      <p:tavLst>
                                        <p:tav>
                                          <p:val>
                                            <p:strVal val="0-#ppt_h/2"/>
                                          </p:val>
                                        </p:tav>
                                        <p:tav tm="100000">
                                          <p:val>
                                            <p:strVal val="#ppt_y"/>
                                          </p:val>
                                        </p:tav>
                                      </p:tavLst>
                                    </p:anim>
                                  </p:childTnLst>
                                </p:cTn>
                              </p:par>
                              <p:par>
                                <p:cTn id="366" presetID="2" presetClass="entr" fill="hold" nodeType="withEffect" presetSubtype="2">
                                  <p:stCondLst>
                                    <p:cond delay="0"/>
                                  </p:stCondLst>
                                  <p:childTnLst>
                                    <p:set>
                                      <p:cBhvr>
                                        <p:cTn id="367" dur="1" fill="hold">
                                          <p:stCondLst>
                                            <p:cond delay="0"/>
                                          </p:stCondLst>
                                        </p:cTn>
                                        <p:tgtEl>
                                          <p:spTgt spid="156"/>
                                        </p:tgtEl>
                                        <p:attrNameLst>
                                          <p:attrName>style.visibility</p:attrName>
                                        </p:attrNameLst>
                                      </p:cBhvr>
                                      <p:to>
                                        <p:strVal val="visible"/>
                                      </p:to>
                                    </p:set>
                                    <p:anim calcmode="lin" valueType="num">
                                      <p:cBhvr additive="repl">
                                        <p:cTn id="368" dur="500" fill="hold"/>
                                        <p:tgtEl>
                                          <p:spTgt spid="156"/>
                                        </p:tgtEl>
                                        <p:attrNameLst>
                                          <p:attrName>ppt_x</p:attrName>
                                        </p:attrNameLst>
                                      </p:cBhvr>
                                      <p:tavLst>
                                        <p:tav>
                                          <p:val>
                                            <p:strVal val="1+#ppt_w/2"/>
                                          </p:val>
                                        </p:tav>
                                        <p:tav tm="100000">
                                          <p:val>
                                            <p:strVal val="#ppt_x"/>
                                          </p:val>
                                        </p:tav>
                                      </p:tavLst>
                                    </p:anim>
                                    <p:anim calcmode="lin" valueType="num">
                                      <p:cBhvr additive="repl">
                                        <p:cTn id="369" dur="500" fill="hold"/>
                                        <p:tgtEl>
                                          <p:spTgt spid="156"/>
                                        </p:tgtEl>
                                        <p:attrNameLst>
                                          <p:attrName>ppt_y</p:attrName>
                                        </p:attrNameLst>
                                      </p:cBhvr>
                                      <p:tavLst>
                                        <p:tav>
                                          <p:val>
                                            <p:strVal val="#ppt_y"/>
                                          </p:val>
                                        </p:tav>
                                        <p:tav tm="100000">
                                          <p:val>
                                            <p:strVal val="#ppt_y"/>
                                          </p:val>
                                        </p:tav>
                                      </p:tavLst>
                                    </p:anim>
                                  </p:childTnLst>
                                </p:cTn>
                              </p:par>
                            </p:childTnLst>
                          </p:cTn>
                        </p:par>
                        <p:par>
                          <p:cTn id="370" fill="hold">
                            <p:stCondLst>
                              <p:cond delay="500"/>
                            </p:stCondLst>
                            <p:childTnLst>
                              <p:par>
                                <p:cTn id="371" presetID="2" presetClass="entr" fill="hold" nodeType="afterEffect" presetSubtype="4">
                                  <p:stCondLst>
                                    <p:cond delay="0"/>
                                  </p:stCondLst>
                                  <p:childTnLst>
                                    <p:set>
                                      <p:cBhvr>
                                        <p:cTn id="372" dur="1" fill="hold">
                                          <p:stCondLst>
                                            <p:cond delay="0"/>
                                          </p:stCondLst>
                                        </p:cTn>
                                        <p:tgtEl>
                                          <p:spTgt spid="155"/>
                                        </p:tgtEl>
                                        <p:attrNameLst>
                                          <p:attrName>style.visibility</p:attrName>
                                        </p:attrNameLst>
                                      </p:cBhvr>
                                      <p:to>
                                        <p:strVal val="visible"/>
                                      </p:to>
                                    </p:set>
                                    <p:anim calcmode="lin" valueType="num">
                                      <p:cBhvr additive="repl">
                                        <p:cTn id="373" dur="500" fill="hold"/>
                                        <p:tgtEl>
                                          <p:spTgt spid="155"/>
                                        </p:tgtEl>
                                        <p:attrNameLst>
                                          <p:attrName>ppt_x</p:attrName>
                                        </p:attrNameLst>
                                      </p:cBhvr>
                                      <p:tavLst>
                                        <p:tav>
                                          <p:val>
                                            <p:strVal val="#ppt_x"/>
                                          </p:val>
                                        </p:tav>
                                        <p:tav tm="100000">
                                          <p:val>
                                            <p:strVal val="#ppt_x"/>
                                          </p:val>
                                        </p:tav>
                                      </p:tavLst>
                                    </p:anim>
                                    <p:anim calcmode="lin" valueType="num">
                                      <p:cBhvr additive="repl">
                                        <p:cTn id="374" dur="500" fill="hold"/>
                                        <p:tgtEl>
                                          <p:spTgt spid="155"/>
                                        </p:tgtEl>
                                        <p:attrNameLst>
                                          <p:attrName>ppt_y</p:attrName>
                                        </p:attrNameLst>
                                      </p:cBhvr>
                                      <p:tavLst>
                                        <p:tav>
                                          <p:val>
                                            <p:strVal val="1+#ppt_h/2"/>
                                          </p:val>
                                        </p:tav>
                                        <p:tav tm="100000">
                                          <p:val>
                                            <p:strVal val="#ppt_y"/>
                                          </p:val>
                                        </p:tav>
                                      </p:tavLst>
                                    </p:anim>
                                  </p:childTnLst>
                                </p:cTn>
                              </p:par>
                              <p:par>
                                <p:cTn id="375" presetID="2" presetClass="entr" fill="hold" nodeType="withEffect" presetSubtype="3">
                                  <p:stCondLst>
                                    <p:cond delay="0"/>
                                  </p:stCondLst>
                                  <p:childTnLst>
                                    <p:set>
                                      <p:cBhvr>
                                        <p:cTn id="376" dur="1" fill="hold">
                                          <p:stCondLst>
                                            <p:cond delay="0"/>
                                          </p:stCondLst>
                                        </p:cTn>
                                        <p:tgtEl>
                                          <p:spTgt spid="158"/>
                                        </p:tgtEl>
                                        <p:attrNameLst>
                                          <p:attrName>style.visibility</p:attrName>
                                        </p:attrNameLst>
                                      </p:cBhvr>
                                      <p:to>
                                        <p:strVal val="visible"/>
                                      </p:to>
                                    </p:set>
                                    <p:anim calcmode="lin" valueType="num">
                                      <p:cBhvr additive="repl">
                                        <p:cTn id="377" dur="500" fill="hold"/>
                                        <p:tgtEl>
                                          <p:spTgt spid="158"/>
                                        </p:tgtEl>
                                        <p:attrNameLst>
                                          <p:attrName>ppt_x</p:attrName>
                                        </p:attrNameLst>
                                      </p:cBhvr>
                                      <p:tavLst>
                                        <p:tav>
                                          <p:val>
                                            <p:strVal val="1+#ppt_w/2"/>
                                          </p:val>
                                        </p:tav>
                                        <p:tav tm="100000">
                                          <p:val>
                                            <p:strVal val="#ppt_x"/>
                                          </p:val>
                                        </p:tav>
                                      </p:tavLst>
                                    </p:anim>
                                    <p:anim calcmode="lin" valueType="num">
                                      <p:cBhvr additive="repl">
                                        <p:cTn id="378" dur="500" fill="hold"/>
                                        <p:tgtEl>
                                          <p:spTgt spid="158"/>
                                        </p:tgtEl>
                                        <p:attrNameLst>
                                          <p:attrName>ppt_y</p:attrName>
                                        </p:attrNameLst>
                                      </p:cBhvr>
                                      <p:tavLst>
                                        <p:tav>
                                          <p:val>
                                            <p:strVal val="0-#ppt_h/2"/>
                                          </p:val>
                                        </p:tav>
                                        <p:tav tm="100000">
                                          <p:val>
                                            <p:strVal val="#ppt_y"/>
                                          </p:val>
                                        </p:tav>
                                      </p:tavLst>
                                    </p:anim>
                                  </p:childTnLst>
                                </p:cTn>
                              </p:par>
                              <p:par>
                                <p:cTn id="379" presetID="2" presetClass="entr" fill="hold" nodeType="withEffect" presetSubtype="6">
                                  <p:stCondLst>
                                    <p:cond delay="0"/>
                                  </p:stCondLst>
                                  <p:childTnLst>
                                    <p:set>
                                      <p:cBhvr>
                                        <p:cTn id="380" dur="1" fill="hold">
                                          <p:stCondLst>
                                            <p:cond delay="0"/>
                                          </p:stCondLst>
                                        </p:cTn>
                                        <p:tgtEl>
                                          <p:spTgt spid="159"/>
                                        </p:tgtEl>
                                        <p:attrNameLst>
                                          <p:attrName>style.visibility</p:attrName>
                                        </p:attrNameLst>
                                      </p:cBhvr>
                                      <p:to>
                                        <p:strVal val="visible"/>
                                      </p:to>
                                    </p:set>
                                    <p:anim calcmode="lin" valueType="num">
                                      <p:cBhvr additive="repl">
                                        <p:cTn id="381" dur="500" fill="hold"/>
                                        <p:tgtEl>
                                          <p:spTgt spid="159"/>
                                        </p:tgtEl>
                                        <p:attrNameLst>
                                          <p:attrName>ppt_x</p:attrName>
                                        </p:attrNameLst>
                                      </p:cBhvr>
                                      <p:tavLst>
                                        <p:tav>
                                          <p:val>
                                            <p:strVal val="1+#ppt_w/2"/>
                                          </p:val>
                                        </p:tav>
                                        <p:tav tm="100000">
                                          <p:val>
                                            <p:strVal val="#ppt_x"/>
                                          </p:val>
                                        </p:tav>
                                      </p:tavLst>
                                    </p:anim>
                                    <p:anim calcmode="lin" valueType="num">
                                      <p:cBhvr additive="repl">
                                        <p:cTn id="382" dur="500" fill="hold"/>
                                        <p:tgtEl>
                                          <p:spTgt spid="159"/>
                                        </p:tgtEl>
                                        <p:attrNameLst>
                                          <p:attrName>ppt_y</p:attrName>
                                        </p:attrNameLst>
                                      </p:cBhvr>
                                      <p:tavLst>
                                        <p:tav>
                                          <p:val>
                                            <p:strVal val="1+#ppt_h/2"/>
                                          </p:val>
                                        </p:tav>
                                        <p:tav tm="100000">
                                          <p:val>
                                            <p:strVal val="#ppt_y"/>
                                          </p:val>
                                        </p:tav>
                                      </p:tavLst>
                                    </p:anim>
                                  </p:childTnLst>
                                </p:cTn>
                              </p:par>
                              <p:par>
                                <p:cTn id="383" presetID="2" presetClass="entr" fill="hold" nodeType="withEffect" presetSubtype="2">
                                  <p:stCondLst>
                                    <p:cond delay="0"/>
                                  </p:stCondLst>
                                  <p:childTnLst>
                                    <p:set>
                                      <p:cBhvr>
                                        <p:cTn id="384" dur="1" fill="hold">
                                          <p:stCondLst>
                                            <p:cond delay="0"/>
                                          </p:stCondLst>
                                        </p:cTn>
                                        <p:tgtEl>
                                          <p:spTgt spid="152"/>
                                        </p:tgtEl>
                                        <p:attrNameLst>
                                          <p:attrName>style.visibility</p:attrName>
                                        </p:attrNameLst>
                                      </p:cBhvr>
                                      <p:to>
                                        <p:strVal val="visible"/>
                                      </p:to>
                                    </p:set>
                                    <p:anim calcmode="lin" valueType="num">
                                      <p:cBhvr additive="repl">
                                        <p:cTn id="385" dur="500" fill="hold"/>
                                        <p:tgtEl>
                                          <p:spTgt spid="152"/>
                                        </p:tgtEl>
                                        <p:attrNameLst>
                                          <p:attrName>ppt_x</p:attrName>
                                        </p:attrNameLst>
                                      </p:cBhvr>
                                      <p:tavLst>
                                        <p:tav>
                                          <p:val>
                                            <p:strVal val="1+#ppt_w/2"/>
                                          </p:val>
                                        </p:tav>
                                        <p:tav tm="100000">
                                          <p:val>
                                            <p:strVal val="#ppt_x"/>
                                          </p:val>
                                        </p:tav>
                                      </p:tavLst>
                                    </p:anim>
                                    <p:anim calcmode="lin" valueType="num">
                                      <p:cBhvr additive="repl">
                                        <p:cTn id="386" dur="500" fill="hold"/>
                                        <p:tgtEl>
                                          <p:spTgt spid="152"/>
                                        </p:tgtEl>
                                        <p:attrNameLst>
                                          <p:attrName>ppt_y</p:attrName>
                                        </p:attrNameLst>
                                      </p:cBhvr>
                                      <p:tavLst>
                                        <p:tav>
                                          <p:val>
                                            <p:strVal val="#ppt_y"/>
                                          </p:val>
                                        </p:tav>
                                        <p:tav tm="100000">
                                          <p:val>
                                            <p:strVal val="#ppt_y"/>
                                          </p:val>
                                        </p:tav>
                                      </p:tavLst>
                                    </p:anim>
                                  </p:childTnLst>
                                </p:cTn>
                              </p:par>
                              <p:par>
                                <p:cTn id="387" presetID="2" presetClass="entr" fill="hold" nodeType="withEffect" presetSubtype="12">
                                  <p:stCondLst>
                                    <p:cond delay="0"/>
                                  </p:stCondLst>
                                  <p:childTnLst>
                                    <p:set>
                                      <p:cBhvr>
                                        <p:cTn id="388" dur="1" fill="hold">
                                          <p:stCondLst>
                                            <p:cond delay="0"/>
                                          </p:stCondLst>
                                        </p:cTn>
                                        <p:tgtEl>
                                          <p:spTgt spid="149"/>
                                        </p:tgtEl>
                                        <p:attrNameLst>
                                          <p:attrName>style.visibility</p:attrName>
                                        </p:attrNameLst>
                                      </p:cBhvr>
                                      <p:to>
                                        <p:strVal val="visible"/>
                                      </p:to>
                                    </p:set>
                                    <p:anim calcmode="lin" valueType="num">
                                      <p:cBhvr additive="repl">
                                        <p:cTn id="389" dur="500" fill="hold"/>
                                        <p:tgtEl>
                                          <p:spTgt spid="149"/>
                                        </p:tgtEl>
                                        <p:attrNameLst>
                                          <p:attrName>ppt_x</p:attrName>
                                        </p:attrNameLst>
                                      </p:cBhvr>
                                      <p:tavLst>
                                        <p:tav>
                                          <p:val>
                                            <p:strVal val="0-#ppt_w/2"/>
                                          </p:val>
                                        </p:tav>
                                        <p:tav tm="100000">
                                          <p:val>
                                            <p:strVal val="#ppt_x"/>
                                          </p:val>
                                        </p:tav>
                                      </p:tavLst>
                                    </p:anim>
                                    <p:anim calcmode="lin" valueType="num">
                                      <p:cBhvr additive="repl">
                                        <p:cTn id="390" dur="500" fill="hold"/>
                                        <p:tgtEl>
                                          <p:spTgt spid="149"/>
                                        </p:tgtEl>
                                        <p:attrNameLst>
                                          <p:attrName>ppt_y</p:attrName>
                                        </p:attrNameLst>
                                      </p:cBhvr>
                                      <p:tavLst>
                                        <p:tav>
                                          <p:val>
                                            <p:strVal val="1+#ppt_h/2"/>
                                          </p:val>
                                        </p:tav>
                                        <p:tav tm="100000">
                                          <p:val>
                                            <p:strVal val="#ppt_y"/>
                                          </p:val>
                                        </p:tav>
                                      </p:tavLst>
                                    </p:anim>
                                  </p:childTnLst>
                                </p:cTn>
                              </p:par>
                              <p:par>
                                <p:cTn id="391" presetID="2" presetClass="entr" fill="hold" nodeType="withEffect" presetSubtype="2">
                                  <p:stCondLst>
                                    <p:cond delay="0"/>
                                  </p:stCondLst>
                                  <p:childTnLst>
                                    <p:set>
                                      <p:cBhvr>
                                        <p:cTn id="392" dur="1" fill="hold">
                                          <p:stCondLst>
                                            <p:cond delay="0"/>
                                          </p:stCondLst>
                                        </p:cTn>
                                        <p:tgtEl>
                                          <p:spTgt spid="160"/>
                                        </p:tgtEl>
                                        <p:attrNameLst>
                                          <p:attrName>style.visibility</p:attrName>
                                        </p:attrNameLst>
                                      </p:cBhvr>
                                      <p:to>
                                        <p:strVal val="visible"/>
                                      </p:to>
                                    </p:set>
                                    <p:anim calcmode="lin" valueType="num">
                                      <p:cBhvr additive="repl">
                                        <p:cTn id="393" dur="500" fill="hold"/>
                                        <p:tgtEl>
                                          <p:spTgt spid="160"/>
                                        </p:tgtEl>
                                        <p:attrNameLst>
                                          <p:attrName>ppt_x</p:attrName>
                                        </p:attrNameLst>
                                      </p:cBhvr>
                                      <p:tavLst>
                                        <p:tav>
                                          <p:val>
                                            <p:strVal val="1+#ppt_w/2"/>
                                          </p:val>
                                        </p:tav>
                                        <p:tav tm="100000">
                                          <p:val>
                                            <p:strVal val="#ppt_x"/>
                                          </p:val>
                                        </p:tav>
                                      </p:tavLst>
                                    </p:anim>
                                    <p:anim calcmode="lin" valueType="num">
                                      <p:cBhvr additive="repl">
                                        <p:cTn id="394" dur="500" fill="hold"/>
                                        <p:tgtEl>
                                          <p:spTgt spid="160"/>
                                        </p:tgtEl>
                                        <p:attrNameLst>
                                          <p:attrName>ppt_y</p:attrName>
                                        </p:attrNameLst>
                                      </p:cBhvr>
                                      <p:tavLst>
                                        <p:tav>
                                          <p:val>
                                            <p:strVal val="#ppt_y"/>
                                          </p:val>
                                        </p:tav>
                                        <p:tav tm="100000">
                                          <p:val>
                                            <p:strVal val="#ppt_y"/>
                                          </p:val>
                                        </p:tav>
                                      </p:tavLst>
                                    </p:anim>
                                  </p:childTnLst>
                                </p:cTn>
                              </p:par>
                              <p:par>
                                <p:cTn id="395" presetID="2" presetClass="entr" fill="hold" nodeType="withEffect" presetSubtype="6">
                                  <p:stCondLst>
                                    <p:cond delay="0"/>
                                  </p:stCondLst>
                                  <p:childTnLst>
                                    <p:set>
                                      <p:cBhvr>
                                        <p:cTn id="396" dur="1" fill="hold">
                                          <p:stCondLst>
                                            <p:cond delay="0"/>
                                          </p:stCondLst>
                                        </p:cTn>
                                        <p:tgtEl>
                                          <p:spTgt spid="161"/>
                                        </p:tgtEl>
                                        <p:attrNameLst>
                                          <p:attrName>style.visibility</p:attrName>
                                        </p:attrNameLst>
                                      </p:cBhvr>
                                      <p:to>
                                        <p:strVal val="visible"/>
                                      </p:to>
                                    </p:set>
                                    <p:anim calcmode="lin" valueType="num">
                                      <p:cBhvr additive="repl">
                                        <p:cTn id="397" dur="500" fill="hold"/>
                                        <p:tgtEl>
                                          <p:spTgt spid="161"/>
                                        </p:tgtEl>
                                        <p:attrNameLst>
                                          <p:attrName>ppt_x</p:attrName>
                                        </p:attrNameLst>
                                      </p:cBhvr>
                                      <p:tavLst>
                                        <p:tav>
                                          <p:val>
                                            <p:strVal val="1+#ppt_w/2"/>
                                          </p:val>
                                        </p:tav>
                                        <p:tav tm="100000">
                                          <p:val>
                                            <p:strVal val="#ppt_x"/>
                                          </p:val>
                                        </p:tav>
                                      </p:tavLst>
                                    </p:anim>
                                    <p:anim calcmode="lin" valueType="num">
                                      <p:cBhvr additive="repl">
                                        <p:cTn id="398" dur="500" fill="hold"/>
                                        <p:tgtEl>
                                          <p:spTgt spid="161"/>
                                        </p:tgtEl>
                                        <p:attrNameLst>
                                          <p:attrName>ppt_y</p:attrName>
                                        </p:attrNameLst>
                                      </p:cBhvr>
                                      <p:tavLst>
                                        <p:tav>
                                          <p:val>
                                            <p:strVal val="1+#ppt_h/2"/>
                                          </p:val>
                                        </p:tav>
                                        <p:tav tm="100000">
                                          <p:val>
                                            <p:strVal val="#ppt_y"/>
                                          </p:val>
                                        </p:tav>
                                      </p:tavLst>
                                    </p:anim>
                                  </p:childTnLst>
                                </p:cTn>
                              </p:par>
                              <p:par>
                                <p:cTn id="399" presetID="2" presetClass="entr" fill="hold" nodeType="withEffect" presetSubtype="3">
                                  <p:stCondLst>
                                    <p:cond delay="0"/>
                                  </p:stCondLst>
                                  <p:childTnLst>
                                    <p:set>
                                      <p:cBhvr>
                                        <p:cTn id="400" dur="1" fill="hold">
                                          <p:stCondLst>
                                            <p:cond delay="0"/>
                                          </p:stCondLst>
                                        </p:cTn>
                                        <p:tgtEl>
                                          <p:spTgt spid="153"/>
                                        </p:tgtEl>
                                        <p:attrNameLst>
                                          <p:attrName>style.visibility</p:attrName>
                                        </p:attrNameLst>
                                      </p:cBhvr>
                                      <p:to>
                                        <p:strVal val="visible"/>
                                      </p:to>
                                    </p:set>
                                    <p:anim calcmode="lin" valueType="num">
                                      <p:cBhvr additive="repl">
                                        <p:cTn id="401" dur="500" fill="hold"/>
                                        <p:tgtEl>
                                          <p:spTgt spid="153"/>
                                        </p:tgtEl>
                                        <p:attrNameLst>
                                          <p:attrName>ppt_x</p:attrName>
                                        </p:attrNameLst>
                                      </p:cBhvr>
                                      <p:tavLst>
                                        <p:tav>
                                          <p:val>
                                            <p:strVal val="1+#ppt_w/2"/>
                                          </p:val>
                                        </p:tav>
                                        <p:tav tm="100000">
                                          <p:val>
                                            <p:strVal val="#ppt_x"/>
                                          </p:val>
                                        </p:tav>
                                      </p:tavLst>
                                    </p:anim>
                                    <p:anim calcmode="lin" valueType="num">
                                      <p:cBhvr additive="repl">
                                        <p:cTn id="402" dur="500" fill="hold"/>
                                        <p:tgtEl>
                                          <p:spTgt spid="153"/>
                                        </p:tgtEl>
                                        <p:attrNameLst>
                                          <p:attrName>ppt_y</p:attrName>
                                        </p:attrNameLst>
                                      </p:cBhvr>
                                      <p:tavLst>
                                        <p:tav>
                                          <p:val>
                                            <p:strVal val="0-#ppt_h/2"/>
                                          </p:val>
                                        </p:tav>
                                        <p:tav tm="100000">
                                          <p:val>
                                            <p:strVal val="#ppt_y"/>
                                          </p:val>
                                        </p:tav>
                                      </p:tavLst>
                                    </p:anim>
                                  </p:childTnLst>
                                </p:cTn>
                              </p:par>
                              <p:par>
                                <p:cTn id="403" presetID="2" presetClass="entr" fill="hold" nodeType="withEffect" presetSubtype="6">
                                  <p:stCondLst>
                                    <p:cond delay="0"/>
                                  </p:stCondLst>
                                  <p:childTnLst>
                                    <p:set>
                                      <p:cBhvr>
                                        <p:cTn id="404" dur="1" fill="hold">
                                          <p:stCondLst>
                                            <p:cond delay="0"/>
                                          </p:stCondLst>
                                        </p:cTn>
                                        <p:tgtEl>
                                          <p:spTgt spid="150"/>
                                        </p:tgtEl>
                                        <p:attrNameLst>
                                          <p:attrName>style.visibility</p:attrName>
                                        </p:attrNameLst>
                                      </p:cBhvr>
                                      <p:to>
                                        <p:strVal val="visible"/>
                                      </p:to>
                                    </p:set>
                                    <p:anim calcmode="lin" valueType="num">
                                      <p:cBhvr additive="repl">
                                        <p:cTn id="405" dur="500" fill="hold"/>
                                        <p:tgtEl>
                                          <p:spTgt spid="150"/>
                                        </p:tgtEl>
                                        <p:attrNameLst>
                                          <p:attrName>ppt_x</p:attrName>
                                        </p:attrNameLst>
                                      </p:cBhvr>
                                      <p:tavLst>
                                        <p:tav>
                                          <p:val>
                                            <p:strVal val="1+#ppt_w/2"/>
                                          </p:val>
                                        </p:tav>
                                        <p:tav tm="100000">
                                          <p:val>
                                            <p:strVal val="#ppt_x"/>
                                          </p:val>
                                        </p:tav>
                                      </p:tavLst>
                                    </p:anim>
                                    <p:anim calcmode="lin" valueType="num">
                                      <p:cBhvr additive="repl">
                                        <p:cTn id="406" dur="500" fill="hold"/>
                                        <p:tgtEl>
                                          <p:spTgt spid="150"/>
                                        </p:tgtEl>
                                        <p:attrNameLst>
                                          <p:attrName>ppt_y</p:attrName>
                                        </p:attrNameLst>
                                      </p:cBhvr>
                                      <p:tavLst>
                                        <p:tav>
                                          <p:val>
                                            <p:strVal val="1+#ppt_h/2"/>
                                          </p:val>
                                        </p:tav>
                                        <p:tav tm="100000">
                                          <p:val>
                                            <p:strVal val="#ppt_y"/>
                                          </p:val>
                                        </p:tav>
                                      </p:tavLst>
                                    </p:anim>
                                  </p:childTnLst>
                                </p:cTn>
                              </p:par>
                              <p:par>
                                <p:cTn id="407" presetID="2" presetClass="entr" fill="hold" nodeType="withEffect" presetSubtype="4">
                                  <p:stCondLst>
                                    <p:cond delay="0"/>
                                  </p:stCondLst>
                                  <p:childTnLst>
                                    <p:set>
                                      <p:cBhvr>
                                        <p:cTn id="408" dur="1" fill="hold">
                                          <p:stCondLst>
                                            <p:cond delay="0"/>
                                          </p:stCondLst>
                                        </p:cTn>
                                        <p:tgtEl>
                                          <p:spTgt spid="154"/>
                                        </p:tgtEl>
                                        <p:attrNameLst>
                                          <p:attrName>style.visibility</p:attrName>
                                        </p:attrNameLst>
                                      </p:cBhvr>
                                      <p:to>
                                        <p:strVal val="visible"/>
                                      </p:to>
                                    </p:set>
                                    <p:anim calcmode="lin" valueType="num">
                                      <p:cBhvr additive="repl">
                                        <p:cTn id="409" dur="500" fill="hold"/>
                                        <p:tgtEl>
                                          <p:spTgt spid="154"/>
                                        </p:tgtEl>
                                        <p:attrNameLst>
                                          <p:attrName>ppt_x</p:attrName>
                                        </p:attrNameLst>
                                      </p:cBhvr>
                                      <p:tavLst>
                                        <p:tav>
                                          <p:val>
                                            <p:strVal val="#ppt_x"/>
                                          </p:val>
                                        </p:tav>
                                        <p:tav tm="100000">
                                          <p:val>
                                            <p:strVal val="#ppt_x"/>
                                          </p:val>
                                        </p:tav>
                                      </p:tavLst>
                                    </p:anim>
                                    <p:anim calcmode="lin" valueType="num">
                                      <p:cBhvr additive="repl">
                                        <p:cTn id="410" dur="500" fill="hold"/>
                                        <p:tgtEl>
                                          <p:spTgt spid="154"/>
                                        </p:tgtEl>
                                        <p:attrNameLst>
                                          <p:attrName>ppt_y</p:attrName>
                                        </p:attrNameLst>
                                      </p:cBhvr>
                                      <p:tavLst>
                                        <p:tav>
                                          <p:val>
                                            <p:strVal val="1+#ppt_h/2"/>
                                          </p:val>
                                        </p:tav>
                                        <p:tav tm="100000">
                                          <p:val>
                                            <p:strVal val="#ppt_y"/>
                                          </p:val>
                                        </p:tav>
                                      </p:tavLst>
                                    </p:anim>
                                  </p:childTnLst>
                                </p:cTn>
                              </p:par>
                              <p:par>
                                <p:cTn id="411" presetID="2" presetClass="entr" fill="hold" nodeType="withEffect" presetSubtype="9">
                                  <p:stCondLst>
                                    <p:cond delay="0"/>
                                  </p:stCondLst>
                                  <p:childTnLst>
                                    <p:set>
                                      <p:cBhvr>
                                        <p:cTn id="412" dur="1" fill="hold">
                                          <p:stCondLst>
                                            <p:cond delay="0"/>
                                          </p:stCondLst>
                                        </p:cTn>
                                        <p:tgtEl>
                                          <p:spTgt spid="162"/>
                                        </p:tgtEl>
                                        <p:attrNameLst>
                                          <p:attrName>style.visibility</p:attrName>
                                        </p:attrNameLst>
                                      </p:cBhvr>
                                      <p:to>
                                        <p:strVal val="visible"/>
                                      </p:to>
                                    </p:set>
                                    <p:anim calcmode="lin" valueType="num">
                                      <p:cBhvr additive="repl">
                                        <p:cTn id="413" dur="500" fill="hold"/>
                                        <p:tgtEl>
                                          <p:spTgt spid="162"/>
                                        </p:tgtEl>
                                        <p:attrNameLst>
                                          <p:attrName>ppt_x</p:attrName>
                                        </p:attrNameLst>
                                      </p:cBhvr>
                                      <p:tavLst>
                                        <p:tav>
                                          <p:val>
                                            <p:strVal val="0-#ppt_w/2"/>
                                          </p:val>
                                        </p:tav>
                                        <p:tav tm="100000">
                                          <p:val>
                                            <p:strVal val="#ppt_x"/>
                                          </p:val>
                                        </p:tav>
                                      </p:tavLst>
                                    </p:anim>
                                    <p:anim calcmode="lin" valueType="num">
                                      <p:cBhvr additive="repl">
                                        <p:cTn id="414" dur="500" fill="hold"/>
                                        <p:tgtEl>
                                          <p:spTgt spid="162"/>
                                        </p:tgtEl>
                                        <p:attrNameLst>
                                          <p:attrName>ppt_y</p:attrName>
                                        </p:attrNameLst>
                                      </p:cBhvr>
                                      <p:tavLst>
                                        <p:tav>
                                          <p:val>
                                            <p:strVal val="0-#ppt_h/2"/>
                                          </p:val>
                                        </p:tav>
                                        <p:tav tm="100000">
                                          <p:val>
                                            <p:strVal val="#ppt_y"/>
                                          </p:val>
                                        </p:tav>
                                      </p:tavLst>
                                    </p:anim>
                                  </p:childTnLst>
                                </p:cTn>
                              </p:par>
                              <p:par>
                                <p:cTn id="415" presetID="2" presetClass="entr" fill="hold" nodeType="withEffect" presetSubtype="12">
                                  <p:stCondLst>
                                    <p:cond delay="0"/>
                                  </p:stCondLst>
                                  <p:childTnLst>
                                    <p:set>
                                      <p:cBhvr>
                                        <p:cTn id="416" dur="1" fill="hold">
                                          <p:stCondLst>
                                            <p:cond delay="0"/>
                                          </p:stCondLst>
                                        </p:cTn>
                                        <p:tgtEl>
                                          <p:spTgt spid="163"/>
                                        </p:tgtEl>
                                        <p:attrNameLst>
                                          <p:attrName>style.visibility</p:attrName>
                                        </p:attrNameLst>
                                      </p:cBhvr>
                                      <p:to>
                                        <p:strVal val="visible"/>
                                      </p:to>
                                    </p:set>
                                    <p:anim calcmode="lin" valueType="num">
                                      <p:cBhvr additive="repl">
                                        <p:cTn id="417" dur="500" fill="hold"/>
                                        <p:tgtEl>
                                          <p:spTgt spid="163"/>
                                        </p:tgtEl>
                                        <p:attrNameLst>
                                          <p:attrName>ppt_x</p:attrName>
                                        </p:attrNameLst>
                                      </p:cBhvr>
                                      <p:tavLst>
                                        <p:tav>
                                          <p:val>
                                            <p:strVal val="0-#ppt_w/2"/>
                                          </p:val>
                                        </p:tav>
                                        <p:tav tm="100000">
                                          <p:val>
                                            <p:strVal val="#ppt_x"/>
                                          </p:val>
                                        </p:tav>
                                      </p:tavLst>
                                    </p:anim>
                                    <p:anim calcmode="lin" valueType="num">
                                      <p:cBhvr additive="repl">
                                        <p:cTn id="418" dur="500" fill="hold"/>
                                        <p:tgtEl>
                                          <p:spTgt spid="163"/>
                                        </p:tgtEl>
                                        <p:attrNameLst>
                                          <p:attrName>ppt_y</p:attrName>
                                        </p:attrNameLst>
                                      </p:cBhvr>
                                      <p:tavLst>
                                        <p:tav>
                                          <p:val>
                                            <p:strVal val="1+#ppt_h/2"/>
                                          </p:val>
                                        </p:tav>
                                        <p:tav tm="100000">
                                          <p:val>
                                            <p:strVal val="#ppt_y"/>
                                          </p:val>
                                        </p:tav>
                                      </p:tavLst>
                                    </p:anim>
                                  </p:childTnLst>
                                </p:cTn>
                              </p:par>
                              <p:par>
                                <p:cTn id="419" presetID="2" presetClass="entr" fill="hold" nodeType="withEffect" presetSubtype="8">
                                  <p:stCondLst>
                                    <p:cond delay="0"/>
                                  </p:stCondLst>
                                  <p:childTnLst>
                                    <p:set>
                                      <p:cBhvr>
                                        <p:cTn id="420" dur="1" fill="hold">
                                          <p:stCondLst>
                                            <p:cond delay="0"/>
                                          </p:stCondLst>
                                        </p:cTn>
                                        <p:tgtEl>
                                          <p:spTgt spid="151"/>
                                        </p:tgtEl>
                                        <p:attrNameLst>
                                          <p:attrName>style.visibility</p:attrName>
                                        </p:attrNameLst>
                                      </p:cBhvr>
                                      <p:to>
                                        <p:strVal val="visible"/>
                                      </p:to>
                                    </p:set>
                                    <p:anim calcmode="lin" valueType="num">
                                      <p:cBhvr additive="repl">
                                        <p:cTn id="421" dur="500" fill="hold"/>
                                        <p:tgtEl>
                                          <p:spTgt spid="151"/>
                                        </p:tgtEl>
                                        <p:attrNameLst>
                                          <p:attrName>ppt_x</p:attrName>
                                        </p:attrNameLst>
                                      </p:cBhvr>
                                      <p:tavLst>
                                        <p:tav>
                                          <p:val>
                                            <p:strVal val="0-#ppt_w/2"/>
                                          </p:val>
                                        </p:tav>
                                        <p:tav tm="100000">
                                          <p:val>
                                            <p:strVal val="#ppt_x"/>
                                          </p:val>
                                        </p:tav>
                                      </p:tavLst>
                                    </p:anim>
                                    <p:anim calcmode="lin" valueType="num">
                                      <p:cBhvr additive="repl">
                                        <p:cTn id="422" dur="500" fill="hold"/>
                                        <p:tgtEl>
                                          <p:spTgt spid="151"/>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164" name="Picture 1" descr="image.png"/>
          <p:cNvPicPr/>
          <p:nvPr/>
        </p:nvPicPr>
        <p:blipFill>
          <a:blip r:embed="rId1"/>
          <a:stretch/>
        </p:blipFill>
        <p:spPr>
          <a:xfrm>
            <a:off x="-44280" y="0"/>
            <a:ext cx="12191040" cy="6856920"/>
          </a:xfrm>
          <a:prstGeom prst="rect">
            <a:avLst/>
          </a:prstGeom>
          <a:noFill/>
          <a:ln w="0">
            <a:noFill/>
          </a:ln>
        </p:spPr>
      </p:pic>
      <p:sp>
        <p:nvSpPr>
          <p:cNvPr id="165" name="Rounded Rectangle 2"/>
          <p:cNvSpPr/>
          <p:nvPr/>
        </p:nvSpPr>
        <p:spPr>
          <a:xfrm>
            <a:off x="465120" y="1501560"/>
            <a:ext cx="2599200" cy="2175840"/>
          </a:xfrm>
          <a:prstGeom prst="roundRect">
            <a:avLst>
              <a:gd name="adj" fmla="val 5250"/>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6" name="Rounded Rectangle 3"/>
          <p:cNvSpPr/>
          <p:nvPr/>
        </p:nvSpPr>
        <p:spPr>
          <a:xfrm>
            <a:off x="3330000" y="2802600"/>
            <a:ext cx="2599200" cy="2175840"/>
          </a:xfrm>
          <a:prstGeom prst="roundRect">
            <a:avLst>
              <a:gd name="adj" fmla="val 5250"/>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7" name="Rounded Rectangle 4"/>
          <p:cNvSpPr/>
          <p:nvPr/>
        </p:nvSpPr>
        <p:spPr>
          <a:xfrm>
            <a:off x="6207840" y="3678840"/>
            <a:ext cx="2599200" cy="2175840"/>
          </a:xfrm>
          <a:prstGeom prst="roundRect">
            <a:avLst>
              <a:gd name="adj" fmla="val 5250"/>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8" name="Rounded Rectangle 5"/>
          <p:cNvSpPr/>
          <p:nvPr/>
        </p:nvSpPr>
        <p:spPr>
          <a:xfrm>
            <a:off x="9069120" y="4681080"/>
            <a:ext cx="2599200" cy="2175840"/>
          </a:xfrm>
          <a:prstGeom prst="roundRect">
            <a:avLst>
              <a:gd name="adj" fmla="val 5250"/>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9" name="Rounded Rectangle 6"/>
          <p:cNvSpPr/>
          <p:nvPr/>
        </p:nvSpPr>
        <p:spPr>
          <a:xfrm>
            <a:off x="1519560" y="1865880"/>
            <a:ext cx="456120" cy="456120"/>
          </a:xfrm>
          <a:prstGeom prst="roundRect">
            <a:avLst>
              <a:gd name="adj" fmla="val 50000"/>
            </a:avLst>
          </a:prstGeom>
          <a:solidFill>
            <a:srgbClr val="B121C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0" name="Rounded Rectangle 7"/>
          <p:cNvSpPr/>
          <p:nvPr/>
        </p:nvSpPr>
        <p:spPr>
          <a:xfrm>
            <a:off x="4471920" y="3069000"/>
            <a:ext cx="456120" cy="456120"/>
          </a:xfrm>
          <a:prstGeom prst="roundRect">
            <a:avLst>
              <a:gd name="adj" fmla="val 50000"/>
            </a:avLst>
          </a:prstGeom>
          <a:solidFill>
            <a:srgbClr val="892BD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1" name="Rounded Rectangle 8"/>
          <p:cNvSpPr/>
          <p:nvPr/>
        </p:nvSpPr>
        <p:spPr>
          <a:xfrm>
            <a:off x="7289640" y="3940920"/>
            <a:ext cx="456120" cy="456120"/>
          </a:xfrm>
          <a:prstGeom prst="roundRect">
            <a:avLst>
              <a:gd name="adj" fmla="val 50000"/>
            </a:avLst>
          </a:prstGeom>
          <a:solidFill>
            <a:srgbClr val="D01B5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2" name="Rounded Rectangle 9"/>
          <p:cNvSpPr/>
          <p:nvPr/>
        </p:nvSpPr>
        <p:spPr>
          <a:xfrm>
            <a:off x="10140480" y="5047200"/>
            <a:ext cx="456120" cy="456120"/>
          </a:xfrm>
          <a:prstGeom prst="roundRect">
            <a:avLst>
              <a:gd name="adj" fmla="val 50000"/>
            </a:avLst>
          </a:prstGeom>
          <a:solidFill>
            <a:srgbClr val="E78B0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3" name="TextBox 10"/>
          <p:cNvSpPr/>
          <p:nvPr/>
        </p:nvSpPr>
        <p:spPr>
          <a:xfrm>
            <a:off x="379080" y="838440"/>
            <a:ext cx="140040" cy="3373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200" b="1" u="none" strike="noStrike">
                <a:solidFill>
                  <a:srgbClr val="BE185D"/>
                </a:solidFill>
                <a:effectLst/>
                <a:uFillTx/>
                <a:latin typeface="Times New Roman"/>
              </a:rPr>
              <a:t>5</a:t>
            </a:r>
            <a:endParaRPr lang="vi-VN" sz="2200" b="0" u="none" strike="noStrike">
              <a:solidFill>
                <a:srgbClr val="000000"/>
              </a:solidFill>
              <a:effectLst/>
              <a:uFillTx/>
              <a:latin typeface="Arial"/>
            </a:endParaRPr>
          </a:p>
        </p:txBody>
      </p:sp>
      <p:sp>
        <p:nvSpPr>
          <p:cNvPr id="174" name="TextBox 11"/>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GIẢI PHÁP NUÔI DƯỠNG LÒNG KHOAN DUNG</a:t>
            </a:r>
            <a:endParaRPr lang="vi-VN" sz="2700" b="0" u="none" strike="noStrike">
              <a:solidFill>
                <a:srgbClr val="000000"/>
              </a:solidFill>
              <a:effectLst/>
              <a:uFillTx/>
              <a:latin typeface="Arial"/>
            </a:endParaRPr>
          </a:p>
        </p:txBody>
      </p:sp>
      <p:sp>
        <p:nvSpPr>
          <p:cNvPr id="175" name="TextBox 12"/>
          <p:cNvSpPr/>
          <p:nvPr/>
        </p:nvSpPr>
        <p:spPr>
          <a:xfrm>
            <a:off x="1393920" y="1865880"/>
            <a:ext cx="741960" cy="456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500" b="1" u="none" strike="noStrike">
                <a:solidFill>
                  <a:srgbClr val="FFFFFF"/>
                </a:solidFill>
                <a:effectLst/>
                <a:uFillTx/>
                <a:latin typeface="Times New Roman"/>
              </a:rPr>
              <a:t>1</a:t>
            </a:r>
            <a:endParaRPr lang="vi-VN" sz="1500" b="0" u="none" strike="noStrike">
              <a:solidFill>
                <a:srgbClr val="000000"/>
              </a:solidFill>
              <a:effectLst/>
              <a:uFillTx/>
              <a:latin typeface="Arial"/>
            </a:endParaRPr>
          </a:p>
        </p:txBody>
      </p:sp>
      <p:sp>
        <p:nvSpPr>
          <p:cNvPr id="176" name="TextBox 13"/>
          <p:cNvSpPr/>
          <p:nvPr/>
        </p:nvSpPr>
        <p:spPr>
          <a:xfrm>
            <a:off x="379080" y="2556360"/>
            <a:ext cx="2911680" cy="2181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3B0764"/>
                </a:solidFill>
                <a:effectLst/>
                <a:uFillTx/>
                <a:latin typeface="Times New Roman"/>
              </a:rPr>
              <a:t>Giáo dục tư duy</a:t>
            </a:r>
            <a:endParaRPr lang="vi-VN" sz="1500" b="0" u="none" strike="noStrike">
              <a:solidFill>
                <a:srgbClr val="000000"/>
              </a:solidFill>
              <a:effectLst/>
              <a:uFillTx/>
              <a:latin typeface="Arial"/>
            </a:endParaRPr>
          </a:p>
        </p:txBody>
      </p:sp>
      <p:sp>
        <p:nvSpPr>
          <p:cNvPr id="177" name="TextBox 14"/>
          <p:cNvSpPr/>
          <p:nvPr/>
        </p:nvSpPr>
        <p:spPr>
          <a:xfrm>
            <a:off x="465120" y="2975760"/>
            <a:ext cx="2599200" cy="470520"/>
          </a:xfrm>
          <a:prstGeom prst="rect">
            <a:avLst/>
          </a:prstGeom>
          <a:noFill/>
          <a:ln w="0">
            <a:noFill/>
          </a:ln>
        </p:spPr>
        <p:style>
          <a:lnRef idx="0"/>
          <a:fillRef idx="0"/>
          <a:effectRef idx="0"/>
          <a:fontRef idx="minor"/>
        </p:style>
        <p:txBody>
          <a:bodyPr lIns="0" tIns="0" rIns="0" bIns="0" anchor="t">
            <a:spAutoFit/>
          </a:bodyPr>
          <a:p>
            <a:pPr algn="ctr" defTabSz="457200">
              <a:lnSpc>
                <a:spcPts val="1888"/>
              </a:lnSpc>
            </a:pPr>
            <a:r>
              <a:rPr lang="en-US" sz="1500" b="0" u="none" strike="noStrike">
                <a:solidFill>
                  <a:srgbClr val="475569"/>
                </a:solidFill>
                <a:effectLst/>
                <a:uFillTx/>
                <a:latin typeface="Times New Roman"/>
              </a:rPr>
              <a:t>Rèn luyện tư duy phản biện và tinh thần thấu cảm từ nhà trường.</a:t>
            </a:r>
            <a:endParaRPr lang="vi-VN" sz="1500" b="0" u="none" strike="noStrike">
              <a:solidFill>
                <a:srgbClr val="000000"/>
              </a:solidFill>
              <a:effectLst/>
              <a:uFillTx/>
              <a:latin typeface="Arial"/>
            </a:endParaRPr>
          </a:p>
        </p:txBody>
      </p:sp>
      <p:sp>
        <p:nvSpPr>
          <p:cNvPr id="178" name="TextBox 15"/>
          <p:cNvSpPr/>
          <p:nvPr/>
        </p:nvSpPr>
        <p:spPr>
          <a:xfrm>
            <a:off x="4329000" y="3080520"/>
            <a:ext cx="741960" cy="456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500" b="1" u="none" strike="noStrike">
                <a:solidFill>
                  <a:srgbClr val="FFFFFF"/>
                </a:solidFill>
                <a:effectLst/>
                <a:uFillTx/>
                <a:latin typeface="Times New Roman"/>
              </a:rPr>
              <a:t>2</a:t>
            </a:r>
            <a:endParaRPr lang="vi-VN" sz="1500" b="0" u="none" strike="noStrike">
              <a:solidFill>
                <a:srgbClr val="000000"/>
              </a:solidFill>
              <a:effectLst/>
              <a:uFillTx/>
              <a:latin typeface="Arial"/>
            </a:endParaRPr>
          </a:p>
        </p:txBody>
      </p:sp>
      <p:sp>
        <p:nvSpPr>
          <p:cNvPr id="179" name="TextBox 16"/>
          <p:cNvSpPr/>
          <p:nvPr/>
        </p:nvSpPr>
        <p:spPr>
          <a:xfrm>
            <a:off x="3244320" y="3678840"/>
            <a:ext cx="2911680" cy="2181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3B0764"/>
                </a:solidFill>
                <a:effectLst/>
                <a:uFillTx/>
                <a:latin typeface="Times New Roman"/>
              </a:rPr>
              <a:t>Mở rộng đối thoại</a:t>
            </a:r>
            <a:endParaRPr lang="vi-VN" sz="1500" b="0" u="none" strike="noStrike">
              <a:solidFill>
                <a:srgbClr val="000000"/>
              </a:solidFill>
              <a:effectLst/>
              <a:uFillTx/>
              <a:latin typeface="Arial"/>
            </a:endParaRPr>
          </a:p>
        </p:txBody>
      </p:sp>
      <p:sp>
        <p:nvSpPr>
          <p:cNvPr id="180" name="TextBox 17"/>
          <p:cNvSpPr/>
          <p:nvPr/>
        </p:nvSpPr>
        <p:spPr>
          <a:xfrm>
            <a:off x="3313440" y="3993120"/>
            <a:ext cx="2599200" cy="479160"/>
          </a:xfrm>
          <a:prstGeom prst="rect">
            <a:avLst/>
          </a:prstGeom>
          <a:noFill/>
          <a:ln w="0">
            <a:noFill/>
          </a:ln>
        </p:spPr>
        <p:style>
          <a:lnRef idx="0"/>
          <a:fillRef idx="0"/>
          <a:effectRef idx="0"/>
          <a:fontRef idx="minor"/>
        </p:style>
        <p:txBody>
          <a:bodyPr lIns="0" tIns="0" rIns="0" bIns="0" anchor="t">
            <a:spAutoFit/>
          </a:bodyPr>
          <a:p>
            <a:pPr algn="ctr" defTabSz="457200">
              <a:lnSpc>
                <a:spcPts val="1888"/>
              </a:lnSpc>
            </a:pPr>
            <a:r>
              <a:rPr lang="en-US" sz="1500" b="0" u="none" strike="noStrike">
                <a:solidFill>
                  <a:srgbClr val="475569"/>
                </a:solidFill>
                <a:effectLst/>
                <a:uFillTx/>
                <a:latin typeface="Times New Roman"/>
              </a:rPr>
              <a:t>Tạo khoảng không gian an toàn cho thảo luận công khai.</a:t>
            </a:r>
            <a:endParaRPr lang="vi-VN" sz="1500" b="0" u="none" strike="noStrike">
              <a:solidFill>
                <a:srgbClr val="000000"/>
              </a:solidFill>
              <a:effectLst/>
              <a:uFillTx/>
              <a:latin typeface="Arial"/>
            </a:endParaRPr>
          </a:p>
        </p:txBody>
      </p:sp>
      <p:sp>
        <p:nvSpPr>
          <p:cNvPr id="181" name="TextBox 18"/>
          <p:cNvSpPr/>
          <p:nvPr/>
        </p:nvSpPr>
        <p:spPr>
          <a:xfrm>
            <a:off x="7136640" y="3940920"/>
            <a:ext cx="741960" cy="456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500" b="1" u="none" strike="noStrike">
                <a:solidFill>
                  <a:srgbClr val="FFFFFF"/>
                </a:solidFill>
                <a:effectLst/>
                <a:uFillTx/>
                <a:latin typeface="Times New Roman"/>
              </a:rPr>
              <a:t>3</a:t>
            </a:r>
            <a:endParaRPr lang="vi-VN" sz="1500" b="0" u="none" strike="noStrike">
              <a:solidFill>
                <a:srgbClr val="000000"/>
              </a:solidFill>
              <a:effectLst/>
              <a:uFillTx/>
              <a:latin typeface="Arial"/>
            </a:endParaRPr>
          </a:p>
        </p:txBody>
      </p:sp>
      <p:sp>
        <p:nvSpPr>
          <p:cNvPr id="182" name="TextBox 19"/>
          <p:cNvSpPr/>
          <p:nvPr/>
        </p:nvSpPr>
        <p:spPr>
          <a:xfrm>
            <a:off x="6051600" y="4493520"/>
            <a:ext cx="2911680" cy="2181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3B0764"/>
                </a:solidFill>
                <a:effectLst/>
                <a:uFillTx/>
                <a:latin typeface="Times New Roman"/>
              </a:rPr>
              <a:t>Thượng tôn pháp luật</a:t>
            </a:r>
            <a:endParaRPr lang="vi-VN" sz="1500" b="0" u="none" strike="noStrike">
              <a:solidFill>
                <a:srgbClr val="000000"/>
              </a:solidFill>
              <a:effectLst/>
              <a:uFillTx/>
              <a:latin typeface="Arial"/>
            </a:endParaRPr>
          </a:p>
        </p:txBody>
      </p:sp>
      <p:sp>
        <p:nvSpPr>
          <p:cNvPr id="183" name="TextBox 20"/>
          <p:cNvSpPr/>
          <p:nvPr/>
        </p:nvSpPr>
        <p:spPr>
          <a:xfrm>
            <a:off x="6220800" y="4851000"/>
            <a:ext cx="2599200" cy="479160"/>
          </a:xfrm>
          <a:prstGeom prst="rect">
            <a:avLst/>
          </a:prstGeom>
          <a:noFill/>
          <a:ln w="0">
            <a:noFill/>
          </a:ln>
        </p:spPr>
        <p:style>
          <a:lnRef idx="0"/>
          <a:fillRef idx="0"/>
          <a:effectRef idx="0"/>
          <a:fontRef idx="minor"/>
        </p:style>
        <p:txBody>
          <a:bodyPr lIns="0" tIns="0" rIns="0" bIns="0" anchor="t">
            <a:spAutoFit/>
          </a:bodyPr>
          <a:p>
            <a:pPr algn="ctr" defTabSz="457200">
              <a:lnSpc>
                <a:spcPts val="1888"/>
              </a:lnSpc>
            </a:pPr>
            <a:r>
              <a:rPr lang="en-US" sz="1500" b="0" u="none" strike="noStrike">
                <a:solidFill>
                  <a:srgbClr val="475569"/>
                </a:solidFill>
                <a:effectLst/>
                <a:uFillTx/>
                <a:latin typeface="Times New Roman"/>
              </a:rPr>
              <a:t>Bảo vệ quyền công bằng và chống mọi hình thức thù ghét.</a:t>
            </a:r>
            <a:endParaRPr lang="vi-VN" sz="1500" b="0" u="none" strike="noStrike">
              <a:solidFill>
                <a:srgbClr val="000000"/>
              </a:solidFill>
              <a:effectLst/>
              <a:uFillTx/>
              <a:latin typeface="Arial"/>
            </a:endParaRPr>
          </a:p>
        </p:txBody>
      </p:sp>
      <p:sp>
        <p:nvSpPr>
          <p:cNvPr id="184" name="TextBox 21"/>
          <p:cNvSpPr/>
          <p:nvPr/>
        </p:nvSpPr>
        <p:spPr>
          <a:xfrm>
            <a:off x="9980280" y="4999320"/>
            <a:ext cx="741960" cy="4561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500" b="1" u="none" strike="noStrike">
                <a:solidFill>
                  <a:srgbClr val="F8FAFC"/>
                </a:solidFill>
                <a:effectLst/>
                <a:uFillTx/>
                <a:latin typeface="Times New Roman"/>
              </a:rPr>
              <a:t>4</a:t>
            </a:r>
            <a:endParaRPr lang="vi-VN" sz="1500" b="0" u="none" strike="noStrike">
              <a:solidFill>
                <a:srgbClr val="000000"/>
              </a:solidFill>
              <a:effectLst/>
              <a:uFillTx/>
              <a:latin typeface="Arial"/>
            </a:endParaRPr>
          </a:p>
        </p:txBody>
      </p:sp>
      <p:sp>
        <p:nvSpPr>
          <p:cNvPr id="185" name="TextBox 22"/>
          <p:cNvSpPr/>
          <p:nvPr/>
        </p:nvSpPr>
        <p:spPr>
          <a:xfrm>
            <a:off x="8895240" y="5613480"/>
            <a:ext cx="2911680" cy="21816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3B0764"/>
                </a:solidFill>
                <a:effectLst/>
                <a:uFillTx/>
                <a:latin typeface="Times New Roman"/>
              </a:rPr>
              <a:t>Thực hành cá nhân</a:t>
            </a:r>
            <a:endParaRPr lang="vi-VN" sz="1500" b="0" u="none" strike="noStrike">
              <a:solidFill>
                <a:srgbClr val="000000"/>
              </a:solidFill>
              <a:effectLst/>
              <a:uFillTx/>
              <a:latin typeface="Arial"/>
            </a:endParaRPr>
          </a:p>
        </p:txBody>
      </p:sp>
      <p:sp>
        <p:nvSpPr>
          <p:cNvPr id="186" name="TextBox 23"/>
          <p:cNvSpPr/>
          <p:nvPr/>
        </p:nvSpPr>
        <p:spPr>
          <a:xfrm>
            <a:off x="9069120" y="5925600"/>
            <a:ext cx="2599200" cy="479160"/>
          </a:xfrm>
          <a:prstGeom prst="rect">
            <a:avLst/>
          </a:prstGeom>
          <a:noFill/>
          <a:ln w="0">
            <a:noFill/>
          </a:ln>
        </p:spPr>
        <p:style>
          <a:lnRef idx="0"/>
          <a:fillRef idx="0"/>
          <a:effectRef idx="0"/>
          <a:fontRef idx="minor"/>
        </p:style>
        <p:txBody>
          <a:bodyPr lIns="0" tIns="0" rIns="0" bIns="0" anchor="t">
            <a:spAutoFit/>
          </a:bodyPr>
          <a:p>
            <a:pPr algn="ctr" defTabSz="457200">
              <a:lnSpc>
                <a:spcPts val="1888"/>
              </a:lnSpc>
            </a:pPr>
            <a:r>
              <a:rPr lang="en-US" sz="1500" b="0" u="none" strike="noStrike">
                <a:solidFill>
                  <a:srgbClr val="475569"/>
                </a:solidFill>
                <a:effectLst/>
                <a:uFillTx/>
                <a:latin typeface="Times New Roman"/>
              </a:rPr>
              <a:t>Chủ động lắng nghe và tôn trọng sự khác biệt mỗi ngày.</a:t>
            </a:r>
            <a:endParaRPr lang="vi-VN" sz="1500" b="0" u="none" strike="noStrike">
              <a:solidFill>
                <a:srgbClr val="000000"/>
              </a:solidFill>
              <a:effectLst/>
              <a:uFillTx/>
              <a:latin typeface="Arial"/>
            </a:endParaRPr>
          </a:p>
        </p:txBody>
      </p:sp>
    </p:spTree>
  </p:cSld>
  <p:transition spd="slow">
    <p:comb dir="horz"/>
  </p:transition>
  <p:timing>
    <p:tnLst>
      <p:par>
        <p:cTn id="423" dur="indefinite" restart="never" nodeType="tmRoot">
          <p:childTnLst>
            <p:seq>
              <p:cTn id="424" dur="indefinite" nodeType="mainSeq">
                <p:childTnLst>
                  <p:par>
                    <p:cTn id="425" fill="hold">
                      <p:stCondLst>
                        <p:cond delay="0"/>
                      </p:stCondLst>
                      <p:childTnLst>
                        <p:par>
                          <p:cTn id="426" fill="hold">
                            <p:stCondLst>
                              <p:cond delay="0"/>
                            </p:stCondLst>
                            <p:childTnLst>
                              <p:par>
                                <p:cTn id="427" presetID="2" presetClass="entr" fill="hold" nodeType="afterEffect" presetSubtype="1">
                                  <p:stCondLst>
                                    <p:cond delay="0"/>
                                  </p:stCondLst>
                                  <p:childTnLst>
                                    <p:set>
                                      <p:cBhvr>
                                        <p:cTn id="428" dur="1" fill="hold">
                                          <p:stCondLst>
                                            <p:cond delay="0"/>
                                          </p:stCondLst>
                                        </p:cTn>
                                        <p:tgtEl>
                                          <p:spTgt spid="174"/>
                                        </p:tgtEl>
                                        <p:attrNameLst>
                                          <p:attrName>style.visibility</p:attrName>
                                        </p:attrNameLst>
                                      </p:cBhvr>
                                      <p:to>
                                        <p:strVal val="visible"/>
                                      </p:to>
                                    </p:set>
                                    <p:anim calcmode="lin" valueType="num">
                                      <p:cBhvr additive="repl">
                                        <p:cTn id="429" dur="500" fill="hold"/>
                                        <p:tgtEl>
                                          <p:spTgt spid="174"/>
                                        </p:tgtEl>
                                        <p:attrNameLst>
                                          <p:attrName>ppt_x</p:attrName>
                                        </p:attrNameLst>
                                      </p:cBhvr>
                                      <p:tavLst>
                                        <p:tav>
                                          <p:val>
                                            <p:strVal val="#ppt_x"/>
                                          </p:val>
                                        </p:tav>
                                        <p:tav tm="100000">
                                          <p:val>
                                            <p:strVal val="#ppt_x"/>
                                          </p:val>
                                        </p:tav>
                                      </p:tavLst>
                                    </p:anim>
                                    <p:anim calcmode="lin" valueType="num">
                                      <p:cBhvr additive="repl">
                                        <p:cTn id="430" dur="500" fill="hold"/>
                                        <p:tgtEl>
                                          <p:spTgt spid="174"/>
                                        </p:tgtEl>
                                        <p:attrNameLst>
                                          <p:attrName>ppt_y</p:attrName>
                                        </p:attrNameLst>
                                      </p:cBhvr>
                                      <p:tavLst>
                                        <p:tav>
                                          <p:val>
                                            <p:strVal val="0-#ppt_h/2"/>
                                          </p:val>
                                        </p:tav>
                                        <p:tav tm="100000">
                                          <p:val>
                                            <p:strVal val="#ppt_y"/>
                                          </p:val>
                                        </p:tav>
                                      </p:tavLst>
                                    </p:anim>
                                  </p:childTnLst>
                                </p:cTn>
                              </p:par>
                              <p:par>
                                <p:cTn id="431" presetID="2" presetClass="entr" fill="hold" nodeType="withEffect" presetSubtype="2">
                                  <p:stCondLst>
                                    <p:cond delay="0"/>
                                  </p:stCondLst>
                                  <p:childTnLst>
                                    <p:set>
                                      <p:cBhvr>
                                        <p:cTn id="432" dur="1" fill="hold">
                                          <p:stCondLst>
                                            <p:cond delay="0"/>
                                          </p:stCondLst>
                                        </p:cTn>
                                        <p:tgtEl>
                                          <p:spTgt spid="173"/>
                                        </p:tgtEl>
                                        <p:attrNameLst>
                                          <p:attrName>style.visibility</p:attrName>
                                        </p:attrNameLst>
                                      </p:cBhvr>
                                      <p:to>
                                        <p:strVal val="visible"/>
                                      </p:to>
                                    </p:set>
                                    <p:anim calcmode="lin" valueType="num">
                                      <p:cBhvr additive="repl">
                                        <p:cTn id="433" dur="500" fill="hold"/>
                                        <p:tgtEl>
                                          <p:spTgt spid="173"/>
                                        </p:tgtEl>
                                        <p:attrNameLst>
                                          <p:attrName>ppt_x</p:attrName>
                                        </p:attrNameLst>
                                      </p:cBhvr>
                                      <p:tavLst>
                                        <p:tav>
                                          <p:val>
                                            <p:strVal val="1+#ppt_w/2"/>
                                          </p:val>
                                        </p:tav>
                                        <p:tav tm="100000">
                                          <p:val>
                                            <p:strVal val="#ppt_x"/>
                                          </p:val>
                                        </p:tav>
                                      </p:tavLst>
                                    </p:anim>
                                    <p:anim calcmode="lin" valueType="num">
                                      <p:cBhvr additive="repl">
                                        <p:cTn id="434" dur="500" fill="hold"/>
                                        <p:tgtEl>
                                          <p:spTgt spid="173"/>
                                        </p:tgtEl>
                                        <p:attrNameLst>
                                          <p:attrName>ppt_y</p:attrName>
                                        </p:attrNameLst>
                                      </p:cBhvr>
                                      <p:tavLst>
                                        <p:tav>
                                          <p:val>
                                            <p:strVal val="#ppt_y"/>
                                          </p:val>
                                        </p:tav>
                                        <p:tav tm="100000">
                                          <p:val>
                                            <p:strVal val="#ppt_y"/>
                                          </p:val>
                                        </p:tav>
                                      </p:tavLst>
                                    </p:anim>
                                  </p:childTnLst>
                                </p:cTn>
                              </p:par>
                            </p:childTnLst>
                          </p:cTn>
                        </p:par>
                        <p:par>
                          <p:cTn id="435" fill="hold">
                            <p:stCondLst>
                              <p:cond delay="500"/>
                            </p:stCondLst>
                            <p:childTnLst>
                              <p:par>
                                <p:cTn id="436" presetID="2" presetClass="entr" fill="hold" nodeType="afterEffect" presetSubtype="6">
                                  <p:stCondLst>
                                    <p:cond delay="0"/>
                                  </p:stCondLst>
                                  <p:childTnLst>
                                    <p:set>
                                      <p:cBhvr>
                                        <p:cTn id="437" dur="1" fill="hold">
                                          <p:stCondLst>
                                            <p:cond delay="0"/>
                                          </p:stCondLst>
                                        </p:cTn>
                                        <p:tgtEl>
                                          <p:spTgt spid="175"/>
                                        </p:tgtEl>
                                        <p:attrNameLst>
                                          <p:attrName>style.visibility</p:attrName>
                                        </p:attrNameLst>
                                      </p:cBhvr>
                                      <p:to>
                                        <p:strVal val="visible"/>
                                      </p:to>
                                    </p:set>
                                    <p:anim calcmode="lin" valueType="num">
                                      <p:cBhvr additive="repl">
                                        <p:cTn id="438" dur="500" fill="hold"/>
                                        <p:tgtEl>
                                          <p:spTgt spid="175"/>
                                        </p:tgtEl>
                                        <p:attrNameLst>
                                          <p:attrName>ppt_x</p:attrName>
                                        </p:attrNameLst>
                                      </p:cBhvr>
                                      <p:tavLst>
                                        <p:tav>
                                          <p:val>
                                            <p:strVal val="1+#ppt_w/2"/>
                                          </p:val>
                                        </p:tav>
                                        <p:tav tm="100000">
                                          <p:val>
                                            <p:strVal val="#ppt_x"/>
                                          </p:val>
                                        </p:tav>
                                      </p:tavLst>
                                    </p:anim>
                                    <p:anim calcmode="lin" valueType="num">
                                      <p:cBhvr additive="repl">
                                        <p:cTn id="439" dur="500" fill="hold"/>
                                        <p:tgtEl>
                                          <p:spTgt spid="175"/>
                                        </p:tgtEl>
                                        <p:attrNameLst>
                                          <p:attrName>ppt_y</p:attrName>
                                        </p:attrNameLst>
                                      </p:cBhvr>
                                      <p:tavLst>
                                        <p:tav>
                                          <p:val>
                                            <p:strVal val="1+#ppt_h/2"/>
                                          </p:val>
                                        </p:tav>
                                        <p:tav tm="100000">
                                          <p:val>
                                            <p:strVal val="#ppt_y"/>
                                          </p:val>
                                        </p:tav>
                                      </p:tavLst>
                                    </p:anim>
                                  </p:childTnLst>
                                </p:cTn>
                              </p:par>
                              <p:par>
                                <p:cTn id="440" presetID="2" presetClass="entr" fill="hold" nodeType="withEffect" presetSubtype="8">
                                  <p:stCondLst>
                                    <p:cond delay="0"/>
                                  </p:stCondLst>
                                  <p:childTnLst>
                                    <p:set>
                                      <p:cBhvr>
                                        <p:cTn id="441" dur="1" fill="hold">
                                          <p:stCondLst>
                                            <p:cond delay="0"/>
                                          </p:stCondLst>
                                        </p:cTn>
                                        <p:tgtEl>
                                          <p:spTgt spid="169"/>
                                        </p:tgtEl>
                                        <p:attrNameLst>
                                          <p:attrName>style.visibility</p:attrName>
                                        </p:attrNameLst>
                                      </p:cBhvr>
                                      <p:to>
                                        <p:strVal val="visible"/>
                                      </p:to>
                                    </p:set>
                                    <p:anim calcmode="lin" valueType="num">
                                      <p:cBhvr additive="repl">
                                        <p:cTn id="442" dur="500" fill="hold"/>
                                        <p:tgtEl>
                                          <p:spTgt spid="169"/>
                                        </p:tgtEl>
                                        <p:attrNameLst>
                                          <p:attrName>ppt_x</p:attrName>
                                        </p:attrNameLst>
                                      </p:cBhvr>
                                      <p:tavLst>
                                        <p:tav>
                                          <p:val>
                                            <p:strVal val="0-#ppt_w/2"/>
                                          </p:val>
                                        </p:tav>
                                        <p:tav tm="100000">
                                          <p:val>
                                            <p:strVal val="#ppt_x"/>
                                          </p:val>
                                        </p:tav>
                                      </p:tavLst>
                                    </p:anim>
                                    <p:anim calcmode="lin" valueType="num">
                                      <p:cBhvr additive="repl">
                                        <p:cTn id="443" dur="500" fill="hold"/>
                                        <p:tgtEl>
                                          <p:spTgt spid="169"/>
                                        </p:tgtEl>
                                        <p:attrNameLst>
                                          <p:attrName>ppt_y</p:attrName>
                                        </p:attrNameLst>
                                      </p:cBhvr>
                                      <p:tavLst>
                                        <p:tav>
                                          <p:val>
                                            <p:strVal val="#ppt_y"/>
                                          </p:val>
                                        </p:tav>
                                        <p:tav tm="100000">
                                          <p:val>
                                            <p:strVal val="#ppt_y"/>
                                          </p:val>
                                        </p:tav>
                                      </p:tavLst>
                                    </p:anim>
                                  </p:childTnLst>
                                </p:cTn>
                              </p:par>
                              <p:par>
                                <p:cTn id="444" presetID="2" presetClass="entr" fill="hold" nodeType="withEffect" presetSubtype="2">
                                  <p:stCondLst>
                                    <p:cond delay="0"/>
                                  </p:stCondLst>
                                  <p:childTnLst>
                                    <p:set>
                                      <p:cBhvr>
                                        <p:cTn id="445" dur="1" fill="hold">
                                          <p:stCondLst>
                                            <p:cond delay="0"/>
                                          </p:stCondLst>
                                        </p:cTn>
                                        <p:tgtEl>
                                          <p:spTgt spid="176"/>
                                        </p:tgtEl>
                                        <p:attrNameLst>
                                          <p:attrName>style.visibility</p:attrName>
                                        </p:attrNameLst>
                                      </p:cBhvr>
                                      <p:to>
                                        <p:strVal val="visible"/>
                                      </p:to>
                                    </p:set>
                                    <p:anim calcmode="lin" valueType="num">
                                      <p:cBhvr additive="repl">
                                        <p:cTn id="446" dur="500" fill="hold"/>
                                        <p:tgtEl>
                                          <p:spTgt spid="176"/>
                                        </p:tgtEl>
                                        <p:attrNameLst>
                                          <p:attrName>ppt_x</p:attrName>
                                        </p:attrNameLst>
                                      </p:cBhvr>
                                      <p:tavLst>
                                        <p:tav>
                                          <p:val>
                                            <p:strVal val="1+#ppt_w/2"/>
                                          </p:val>
                                        </p:tav>
                                        <p:tav tm="100000">
                                          <p:val>
                                            <p:strVal val="#ppt_x"/>
                                          </p:val>
                                        </p:tav>
                                      </p:tavLst>
                                    </p:anim>
                                    <p:anim calcmode="lin" valueType="num">
                                      <p:cBhvr additive="repl">
                                        <p:cTn id="447" dur="500" fill="hold"/>
                                        <p:tgtEl>
                                          <p:spTgt spid="176"/>
                                        </p:tgtEl>
                                        <p:attrNameLst>
                                          <p:attrName>ppt_y</p:attrName>
                                        </p:attrNameLst>
                                      </p:cBhvr>
                                      <p:tavLst>
                                        <p:tav>
                                          <p:val>
                                            <p:strVal val="#ppt_y"/>
                                          </p:val>
                                        </p:tav>
                                        <p:tav tm="100000">
                                          <p:val>
                                            <p:strVal val="#ppt_y"/>
                                          </p:val>
                                        </p:tav>
                                      </p:tavLst>
                                    </p:anim>
                                  </p:childTnLst>
                                </p:cTn>
                              </p:par>
                              <p:par>
                                <p:cTn id="448" presetID="2" presetClass="entr" fill="hold" nodeType="withEffect" presetSubtype="4">
                                  <p:stCondLst>
                                    <p:cond delay="0"/>
                                  </p:stCondLst>
                                  <p:childTnLst>
                                    <p:set>
                                      <p:cBhvr>
                                        <p:cTn id="449" dur="1" fill="hold">
                                          <p:stCondLst>
                                            <p:cond delay="0"/>
                                          </p:stCondLst>
                                        </p:cTn>
                                        <p:tgtEl>
                                          <p:spTgt spid="177"/>
                                        </p:tgtEl>
                                        <p:attrNameLst>
                                          <p:attrName>style.visibility</p:attrName>
                                        </p:attrNameLst>
                                      </p:cBhvr>
                                      <p:to>
                                        <p:strVal val="visible"/>
                                      </p:to>
                                    </p:set>
                                    <p:anim calcmode="lin" valueType="num">
                                      <p:cBhvr additive="repl">
                                        <p:cTn id="450" dur="500" fill="hold"/>
                                        <p:tgtEl>
                                          <p:spTgt spid="177"/>
                                        </p:tgtEl>
                                        <p:attrNameLst>
                                          <p:attrName>ppt_x</p:attrName>
                                        </p:attrNameLst>
                                      </p:cBhvr>
                                      <p:tavLst>
                                        <p:tav>
                                          <p:val>
                                            <p:strVal val="#ppt_x"/>
                                          </p:val>
                                        </p:tav>
                                        <p:tav tm="100000">
                                          <p:val>
                                            <p:strVal val="#ppt_x"/>
                                          </p:val>
                                        </p:tav>
                                      </p:tavLst>
                                    </p:anim>
                                    <p:anim calcmode="lin" valueType="num">
                                      <p:cBhvr additive="repl">
                                        <p:cTn id="451" dur="500" fill="hold"/>
                                        <p:tgtEl>
                                          <p:spTgt spid="177"/>
                                        </p:tgtEl>
                                        <p:attrNameLst>
                                          <p:attrName>ppt_y</p:attrName>
                                        </p:attrNameLst>
                                      </p:cBhvr>
                                      <p:tavLst>
                                        <p:tav>
                                          <p:val>
                                            <p:strVal val="1+#ppt_h/2"/>
                                          </p:val>
                                        </p:tav>
                                        <p:tav tm="100000">
                                          <p:val>
                                            <p:strVal val="#ppt_y"/>
                                          </p:val>
                                        </p:tav>
                                      </p:tavLst>
                                    </p:anim>
                                  </p:childTnLst>
                                </p:cTn>
                              </p:par>
                              <p:par>
                                <p:cTn id="452" presetID="2" presetClass="entr" fill="hold" nodeType="withEffect" presetSubtype="6">
                                  <p:stCondLst>
                                    <p:cond delay="0"/>
                                  </p:stCondLst>
                                  <p:childTnLst>
                                    <p:set>
                                      <p:cBhvr>
                                        <p:cTn id="453" dur="1" fill="hold">
                                          <p:stCondLst>
                                            <p:cond delay="0"/>
                                          </p:stCondLst>
                                        </p:cTn>
                                        <p:tgtEl>
                                          <p:spTgt spid="165"/>
                                        </p:tgtEl>
                                        <p:attrNameLst>
                                          <p:attrName>style.visibility</p:attrName>
                                        </p:attrNameLst>
                                      </p:cBhvr>
                                      <p:to>
                                        <p:strVal val="visible"/>
                                      </p:to>
                                    </p:set>
                                    <p:anim calcmode="lin" valueType="num">
                                      <p:cBhvr additive="repl">
                                        <p:cTn id="454" dur="500" fill="hold"/>
                                        <p:tgtEl>
                                          <p:spTgt spid="165"/>
                                        </p:tgtEl>
                                        <p:attrNameLst>
                                          <p:attrName>ppt_x</p:attrName>
                                        </p:attrNameLst>
                                      </p:cBhvr>
                                      <p:tavLst>
                                        <p:tav>
                                          <p:val>
                                            <p:strVal val="1+#ppt_w/2"/>
                                          </p:val>
                                        </p:tav>
                                        <p:tav tm="100000">
                                          <p:val>
                                            <p:strVal val="#ppt_x"/>
                                          </p:val>
                                        </p:tav>
                                      </p:tavLst>
                                    </p:anim>
                                    <p:anim calcmode="lin" valueType="num">
                                      <p:cBhvr additive="repl">
                                        <p:cTn id="455" dur="500" fill="hold"/>
                                        <p:tgtEl>
                                          <p:spTgt spid="165"/>
                                        </p:tgtEl>
                                        <p:attrNameLst>
                                          <p:attrName>ppt_y</p:attrName>
                                        </p:attrNameLst>
                                      </p:cBhvr>
                                      <p:tavLst>
                                        <p:tav>
                                          <p:val>
                                            <p:strVal val="1+#ppt_h/2"/>
                                          </p:val>
                                        </p:tav>
                                        <p:tav tm="100000">
                                          <p:val>
                                            <p:strVal val="#ppt_y"/>
                                          </p:val>
                                        </p:tav>
                                      </p:tavLst>
                                    </p:anim>
                                  </p:childTnLst>
                                </p:cTn>
                              </p:par>
                            </p:childTnLst>
                          </p:cTn>
                        </p:par>
                        <p:par>
                          <p:cTn id="456" fill="hold">
                            <p:stCondLst>
                              <p:cond delay="1000"/>
                            </p:stCondLst>
                            <p:childTnLst>
                              <p:par>
                                <p:cTn id="457" presetID="2" presetClass="entr" fill="hold" nodeType="afterEffect" presetSubtype="4">
                                  <p:stCondLst>
                                    <p:cond delay="0"/>
                                  </p:stCondLst>
                                  <p:childTnLst>
                                    <p:set>
                                      <p:cBhvr>
                                        <p:cTn id="458" dur="1" fill="hold">
                                          <p:stCondLst>
                                            <p:cond delay="0"/>
                                          </p:stCondLst>
                                        </p:cTn>
                                        <p:tgtEl>
                                          <p:spTgt spid="166"/>
                                        </p:tgtEl>
                                        <p:attrNameLst>
                                          <p:attrName>style.visibility</p:attrName>
                                        </p:attrNameLst>
                                      </p:cBhvr>
                                      <p:to>
                                        <p:strVal val="visible"/>
                                      </p:to>
                                    </p:set>
                                    <p:anim calcmode="lin" valueType="num">
                                      <p:cBhvr additive="repl">
                                        <p:cTn id="459" dur="500" fill="hold"/>
                                        <p:tgtEl>
                                          <p:spTgt spid="166"/>
                                        </p:tgtEl>
                                        <p:attrNameLst>
                                          <p:attrName>ppt_x</p:attrName>
                                        </p:attrNameLst>
                                      </p:cBhvr>
                                      <p:tavLst>
                                        <p:tav>
                                          <p:val>
                                            <p:strVal val="#ppt_x"/>
                                          </p:val>
                                        </p:tav>
                                        <p:tav tm="100000">
                                          <p:val>
                                            <p:strVal val="#ppt_x"/>
                                          </p:val>
                                        </p:tav>
                                      </p:tavLst>
                                    </p:anim>
                                    <p:anim calcmode="lin" valueType="num">
                                      <p:cBhvr additive="repl">
                                        <p:cTn id="460" dur="500" fill="hold"/>
                                        <p:tgtEl>
                                          <p:spTgt spid="166"/>
                                        </p:tgtEl>
                                        <p:attrNameLst>
                                          <p:attrName>ppt_y</p:attrName>
                                        </p:attrNameLst>
                                      </p:cBhvr>
                                      <p:tavLst>
                                        <p:tav>
                                          <p:val>
                                            <p:strVal val="1+#ppt_h/2"/>
                                          </p:val>
                                        </p:tav>
                                        <p:tav tm="100000">
                                          <p:val>
                                            <p:strVal val="#ppt_y"/>
                                          </p:val>
                                        </p:tav>
                                      </p:tavLst>
                                    </p:anim>
                                  </p:childTnLst>
                                </p:cTn>
                              </p:par>
                              <p:par>
                                <p:cTn id="461" presetID="2" presetClass="entr" fill="hold" nodeType="withEffect" presetSubtype="9">
                                  <p:stCondLst>
                                    <p:cond delay="0"/>
                                  </p:stCondLst>
                                  <p:childTnLst>
                                    <p:set>
                                      <p:cBhvr>
                                        <p:cTn id="462" dur="1" fill="hold">
                                          <p:stCondLst>
                                            <p:cond delay="0"/>
                                          </p:stCondLst>
                                        </p:cTn>
                                        <p:tgtEl>
                                          <p:spTgt spid="178"/>
                                        </p:tgtEl>
                                        <p:attrNameLst>
                                          <p:attrName>style.visibility</p:attrName>
                                        </p:attrNameLst>
                                      </p:cBhvr>
                                      <p:to>
                                        <p:strVal val="visible"/>
                                      </p:to>
                                    </p:set>
                                    <p:anim calcmode="lin" valueType="num">
                                      <p:cBhvr additive="repl">
                                        <p:cTn id="463" dur="500" fill="hold"/>
                                        <p:tgtEl>
                                          <p:spTgt spid="178"/>
                                        </p:tgtEl>
                                        <p:attrNameLst>
                                          <p:attrName>ppt_x</p:attrName>
                                        </p:attrNameLst>
                                      </p:cBhvr>
                                      <p:tavLst>
                                        <p:tav>
                                          <p:val>
                                            <p:strVal val="0-#ppt_w/2"/>
                                          </p:val>
                                        </p:tav>
                                        <p:tav tm="100000">
                                          <p:val>
                                            <p:strVal val="#ppt_x"/>
                                          </p:val>
                                        </p:tav>
                                      </p:tavLst>
                                    </p:anim>
                                    <p:anim calcmode="lin" valueType="num">
                                      <p:cBhvr additive="repl">
                                        <p:cTn id="464" dur="500" fill="hold"/>
                                        <p:tgtEl>
                                          <p:spTgt spid="178"/>
                                        </p:tgtEl>
                                        <p:attrNameLst>
                                          <p:attrName>ppt_y</p:attrName>
                                        </p:attrNameLst>
                                      </p:cBhvr>
                                      <p:tavLst>
                                        <p:tav>
                                          <p:val>
                                            <p:strVal val="0-#ppt_h/2"/>
                                          </p:val>
                                        </p:tav>
                                        <p:tav tm="100000">
                                          <p:val>
                                            <p:strVal val="#ppt_y"/>
                                          </p:val>
                                        </p:tav>
                                      </p:tavLst>
                                    </p:anim>
                                  </p:childTnLst>
                                </p:cTn>
                              </p:par>
                              <p:par>
                                <p:cTn id="465" presetID="2" presetClass="entr" fill="hold" nodeType="withEffect" presetSubtype="4">
                                  <p:stCondLst>
                                    <p:cond delay="0"/>
                                  </p:stCondLst>
                                  <p:childTnLst>
                                    <p:set>
                                      <p:cBhvr>
                                        <p:cTn id="466" dur="1" fill="hold">
                                          <p:stCondLst>
                                            <p:cond delay="0"/>
                                          </p:stCondLst>
                                        </p:cTn>
                                        <p:tgtEl>
                                          <p:spTgt spid="170"/>
                                        </p:tgtEl>
                                        <p:attrNameLst>
                                          <p:attrName>style.visibility</p:attrName>
                                        </p:attrNameLst>
                                      </p:cBhvr>
                                      <p:to>
                                        <p:strVal val="visible"/>
                                      </p:to>
                                    </p:set>
                                    <p:anim calcmode="lin" valueType="num">
                                      <p:cBhvr additive="repl">
                                        <p:cTn id="467" dur="500" fill="hold"/>
                                        <p:tgtEl>
                                          <p:spTgt spid="170"/>
                                        </p:tgtEl>
                                        <p:attrNameLst>
                                          <p:attrName>ppt_x</p:attrName>
                                        </p:attrNameLst>
                                      </p:cBhvr>
                                      <p:tavLst>
                                        <p:tav>
                                          <p:val>
                                            <p:strVal val="#ppt_x"/>
                                          </p:val>
                                        </p:tav>
                                        <p:tav tm="100000">
                                          <p:val>
                                            <p:strVal val="#ppt_x"/>
                                          </p:val>
                                        </p:tav>
                                      </p:tavLst>
                                    </p:anim>
                                    <p:anim calcmode="lin" valueType="num">
                                      <p:cBhvr additive="repl">
                                        <p:cTn id="468" dur="500" fill="hold"/>
                                        <p:tgtEl>
                                          <p:spTgt spid="170"/>
                                        </p:tgtEl>
                                        <p:attrNameLst>
                                          <p:attrName>ppt_y</p:attrName>
                                        </p:attrNameLst>
                                      </p:cBhvr>
                                      <p:tavLst>
                                        <p:tav>
                                          <p:val>
                                            <p:strVal val="1+#ppt_h/2"/>
                                          </p:val>
                                        </p:tav>
                                        <p:tav tm="100000">
                                          <p:val>
                                            <p:strVal val="#ppt_y"/>
                                          </p:val>
                                        </p:tav>
                                      </p:tavLst>
                                    </p:anim>
                                  </p:childTnLst>
                                </p:cTn>
                              </p:par>
                              <p:par>
                                <p:cTn id="469" presetID="2" presetClass="entr" fill="hold" nodeType="withEffect" presetSubtype="9">
                                  <p:stCondLst>
                                    <p:cond delay="0"/>
                                  </p:stCondLst>
                                  <p:childTnLst>
                                    <p:set>
                                      <p:cBhvr>
                                        <p:cTn id="470" dur="1" fill="hold">
                                          <p:stCondLst>
                                            <p:cond delay="0"/>
                                          </p:stCondLst>
                                        </p:cTn>
                                        <p:tgtEl>
                                          <p:spTgt spid="179"/>
                                        </p:tgtEl>
                                        <p:attrNameLst>
                                          <p:attrName>style.visibility</p:attrName>
                                        </p:attrNameLst>
                                      </p:cBhvr>
                                      <p:to>
                                        <p:strVal val="visible"/>
                                      </p:to>
                                    </p:set>
                                    <p:anim calcmode="lin" valueType="num">
                                      <p:cBhvr additive="repl">
                                        <p:cTn id="471" dur="500" fill="hold"/>
                                        <p:tgtEl>
                                          <p:spTgt spid="179"/>
                                        </p:tgtEl>
                                        <p:attrNameLst>
                                          <p:attrName>ppt_x</p:attrName>
                                        </p:attrNameLst>
                                      </p:cBhvr>
                                      <p:tavLst>
                                        <p:tav>
                                          <p:val>
                                            <p:strVal val="0-#ppt_w/2"/>
                                          </p:val>
                                        </p:tav>
                                        <p:tav tm="100000">
                                          <p:val>
                                            <p:strVal val="#ppt_x"/>
                                          </p:val>
                                        </p:tav>
                                      </p:tavLst>
                                    </p:anim>
                                    <p:anim calcmode="lin" valueType="num">
                                      <p:cBhvr additive="repl">
                                        <p:cTn id="472" dur="500" fill="hold"/>
                                        <p:tgtEl>
                                          <p:spTgt spid="179"/>
                                        </p:tgtEl>
                                        <p:attrNameLst>
                                          <p:attrName>ppt_y</p:attrName>
                                        </p:attrNameLst>
                                      </p:cBhvr>
                                      <p:tavLst>
                                        <p:tav>
                                          <p:val>
                                            <p:strVal val="0-#ppt_h/2"/>
                                          </p:val>
                                        </p:tav>
                                        <p:tav tm="100000">
                                          <p:val>
                                            <p:strVal val="#ppt_y"/>
                                          </p:val>
                                        </p:tav>
                                      </p:tavLst>
                                    </p:anim>
                                  </p:childTnLst>
                                </p:cTn>
                              </p:par>
                              <p:par>
                                <p:cTn id="473" presetID="2" presetClass="entr" fill="hold" nodeType="withEffect" presetSubtype="3">
                                  <p:stCondLst>
                                    <p:cond delay="0"/>
                                  </p:stCondLst>
                                  <p:childTnLst>
                                    <p:set>
                                      <p:cBhvr>
                                        <p:cTn id="474" dur="1" fill="hold">
                                          <p:stCondLst>
                                            <p:cond delay="0"/>
                                          </p:stCondLst>
                                        </p:cTn>
                                        <p:tgtEl>
                                          <p:spTgt spid="180"/>
                                        </p:tgtEl>
                                        <p:attrNameLst>
                                          <p:attrName>style.visibility</p:attrName>
                                        </p:attrNameLst>
                                      </p:cBhvr>
                                      <p:to>
                                        <p:strVal val="visible"/>
                                      </p:to>
                                    </p:set>
                                    <p:anim calcmode="lin" valueType="num">
                                      <p:cBhvr additive="repl">
                                        <p:cTn id="475" dur="500" fill="hold"/>
                                        <p:tgtEl>
                                          <p:spTgt spid="180"/>
                                        </p:tgtEl>
                                        <p:attrNameLst>
                                          <p:attrName>ppt_x</p:attrName>
                                        </p:attrNameLst>
                                      </p:cBhvr>
                                      <p:tavLst>
                                        <p:tav>
                                          <p:val>
                                            <p:strVal val="1+#ppt_w/2"/>
                                          </p:val>
                                        </p:tav>
                                        <p:tav tm="100000">
                                          <p:val>
                                            <p:strVal val="#ppt_x"/>
                                          </p:val>
                                        </p:tav>
                                      </p:tavLst>
                                    </p:anim>
                                    <p:anim calcmode="lin" valueType="num">
                                      <p:cBhvr additive="repl">
                                        <p:cTn id="476" dur="500" fill="hold"/>
                                        <p:tgtEl>
                                          <p:spTgt spid="180"/>
                                        </p:tgtEl>
                                        <p:attrNameLst>
                                          <p:attrName>ppt_y</p:attrName>
                                        </p:attrNameLst>
                                      </p:cBhvr>
                                      <p:tavLst>
                                        <p:tav>
                                          <p:val>
                                            <p:strVal val="0-#ppt_h/2"/>
                                          </p:val>
                                        </p:tav>
                                        <p:tav tm="100000">
                                          <p:val>
                                            <p:strVal val="#ppt_y"/>
                                          </p:val>
                                        </p:tav>
                                      </p:tavLst>
                                    </p:anim>
                                  </p:childTnLst>
                                </p:cTn>
                              </p:par>
                            </p:childTnLst>
                          </p:cTn>
                        </p:par>
                        <p:par>
                          <p:cTn id="477" fill="hold">
                            <p:stCondLst>
                              <p:cond delay="1500"/>
                            </p:stCondLst>
                            <p:childTnLst>
                              <p:par>
                                <p:cTn id="478" presetID="2" presetClass="entr" fill="hold" nodeType="afterEffect" presetSubtype="8">
                                  <p:stCondLst>
                                    <p:cond delay="0"/>
                                  </p:stCondLst>
                                  <p:childTnLst>
                                    <p:set>
                                      <p:cBhvr>
                                        <p:cTn id="479" dur="1" fill="hold">
                                          <p:stCondLst>
                                            <p:cond delay="0"/>
                                          </p:stCondLst>
                                        </p:cTn>
                                        <p:tgtEl>
                                          <p:spTgt spid="181"/>
                                        </p:tgtEl>
                                        <p:attrNameLst>
                                          <p:attrName>style.visibility</p:attrName>
                                        </p:attrNameLst>
                                      </p:cBhvr>
                                      <p:to>
                                        <p:strVal val="visible"/>
                                      </p:to>
                                    </p:set>
                                    <p:anim calcmode="lin" valueType="num">
                                      <p:cBhvr additive="repl">
                                        <p:cTn id="480" dur="500" fill="hold"/>
                                        <p:tgtEl>
                                          <p:spTgt spid="181"/>
                                        </p:tgtEl>
                                        <p:attrNameLst>
                                          <p:attrName>ppt_x</p:attrName>
                                        </p:attrNameLst>
                                      </p:cBhvr>
                                      <p:tavLst>
                                        <p:tav>
                                          <p:val>
                                            <p:strVal val="0-#ppt_w/2"/>
                                          </p:val>
                                        </p:tav>
                                        <p:tav tm="100000">
                                          <p:val>
                                            <p:strVal val="#ppt_x"/>
                                          </p:val>
                                        </p:tav>
                                      </p:tavLst>
                                    </p:anim>
                                    <p:anim calcmode="lin" valueType="num">
                                      <p:cBhvr additive="repl">
                                        <p:cTn id="481" dur="500" fill="hold"/>
                                        <p:tgtEl>
                                          <p:spTgt spid="181"/>
                                        </p:tgtEl>
                                        <p:attrNameLst>
                                          <p:attrName>ppt_y</p:attrName>
                                        </p:attrNameLst>
                                      </p:cBhvr>
                                      <p:tavLst>
                                        <p:tav>
                                          <p:val>
                                            <p:strVal val="#ppt_y"/>
                                          </p:val>
                                        </p:tav>
                                        <p:tav tm="100000">
                                          <p:val>
                                            <p:strVal val="#ppt_y"/>
                                          </p:val>
                                        </p:tav>
                                      </p:tavLst>
                                    </p:anim>
                                  </p:childTnLst>
                                </p:cTn>
                              </p:par>
                              <p:par>
                                <p:cTn id="482" presetID="2" presetClass="entr" fill="hold" nodeType="withEffect" presetSubtype="4">
                                  <p:stCondLst>
                                    <p:cond delay="0"/>
                                  </p:stCondLst>
                                  <p:childTnLst>
                                    <p:set>
                                      <p:cBhvr>
                                        <p:cTn id="483" dur="1" fill="hold">
                                          <p:stCondLst>
                                            <p:cond delay="0"/>
                                          </p:stCondLst>
                                        </p:cTn>
                                        <p:tgtEl>
                                          <p:spTgt spid="171"/>
                                        </p:tgtEl>
                                        <p:attrNameLst>
                                          <p:attrName>style.visibility</p:attrName>
                                        </p:attrNameLst>
                                      </p:cBhvr>
                                      <p:to>
                                        <p:strVal val="visible"/>
                                      </p:to>
                                    </p:set>
                                    <p:anim calcmode="lin" valueType="num">
                                      <p:cBhvr additive="repl">
                                        <p:cTn id="484" dur="500" fill="hold"/>
                                        <p:tgtEl>
                                          <p:spTgt spid="171"/>
                                        </p:tgtEl>
                                        <p:attrNameLst>
                                          <p:attrName>ppt_x</p:attrName>
                                        </p:attrNameLst>
                                      </p:cBhvr>
                                      <p:tavLst>
                                        <p:tav>
                                          <p:val>
                                            <p:strVal val="#ppt_x"/>
                                          </p:val>
                                        </p:tav>
                                        <p:tav tm="100000">
                                          <p:val>
                                            <p:strVal val="#ppt_x"/>
                                          </p:val>
                                        </p:tav>
                                      </p:tavLst>
                                    </p:anim>
                                    <p:anim calcmode="lin" valueType="num">
                                      <p:cBhvr additive="repl">
                                        <p:cTn id="485" dur="500" fill="hold"/>
                                        <p:tgtEl>
                                          <p:spTgt spid="171"/>
                                        </p:tgtEl>
                                        <p:attrNameLst>
                                          <p:attrName>ppt_y</p:attrName>
                                        </p:attrNameLst>
                                      </p:cBhvr>
                                      <p:tavLst>
                                        <p:tav>
                                          <p:val>
                                            <p:strVal val="1+#ppt_h/2"/>
                                          </p:val>
                                        </p:tav>
                                        <p:tav tm="100000">
                                          <p:val>
                                            <p:strVal val="#ppt_y"/>
                                          </p:val>
                                        </p:tav>
                                      </p:tavLst>
                                    </p:anim>
                                  </p:childTnLst>
                                </p:cTn>
                              </p:par>
                              <p:par>
                                <p:cTn id="486" presetID="2" presetClass="entr" fill="hold" nodeType="withEffect" presetSubtype="3">
                                  <p:stCondLst>
                                    <p:cond delay="0"/>
                                  </p:stCondLst>
                                  <p:childTnLst>
                                    <p:set>
                                      <p:cBhvr>
                                        <p:cTn id="487" dur="1" fill="hold">
                                          <p:stCondLst>
                                            <p:cond delay="0"/>
                                          </p:stCondLst>
                                        </p:cTn>
                                        <p:tgtEl>
                                          <p:spTgt spid="182"/>
                                        </p:tgtEl>
                                        <p:attrNameLst>
                                          <p:attrName>style.visibility</p:attrName>
                                        </p:attrNameLst>
                                      </p:cBhvr>
                                      <p:to>
                                        <p:strVal val="visible"/>
                                      </p:to>
                                    </p:set>
                                    <p:anim calcmode="lin" valueType="num">
                                      <p:cBhvr additive="repl">
                                        <p:cTn id="488" dur="500" fill="hold"/>
                                        <p:tgtEl>
                                          <p:spTgt spid="182"/>
                                        </p:tgtEl>
                                        <p:attrNameLst>
                                          <p:attrName>ppt_x</p:attrName>
                                        </p:attrNameLst>
                                      </p:cBhvr>
                                      <p:tavLst>
                                        <p:tav>
                                          <p:val>
                                            <p:strVal val="1+#ppt_w/2"/>
                                          </p:val>
                                        </p:tav>
                                        <p:tav tm="100000">
                                          <p:val>
                                            <p:strVal val="#ppt_x"/>
                                          </p:val>
                                        </p:tav>
                                      </p:tavLst>
                                    </p:anim>
                                    <p:anim calcmode="lin" valueType="num">
                                      <p:cBhvr additive="repl">
                                        <p:cTn id="489" dur="500" fill="hold"/>
                                        <p:tgtEl>
                                          <p:spTgt spid="182"/>
                                        </p:tgtEl>
                                        <p:attrNameLst>
                                          <p:attrName>ppt_y</p:attrName>
                                        </p:attrNameLst>
                                      </p:cBhvr>
                                      <p:tavLst>
                                        <p:tav>
                                          <p:val>
                                            <p:strVal val="0-#ppt_h/2"/>
                                          </p:val>
                                        </p:tav>
                                        <p:tav tm="100000">
                                          <p:val>
                                            <p:strVal val="#ppt_y"/>
                                          </p:val>
                                        </p:tav>
                                      </p:tavLst>
                                    </p:anim>
                                  </p:childTnLst>
                                </p:cTn>
                              </p:par>
                              <p:par>
                                <p:cTn id="490" presetID="2" presetClass="entr" fill="hold" nodeType="withEffect" presetSubtype="4">
                                  <p:stCondLst>
                                    <p:cond delay="0"/>
                                  </p:stCondLst>
                                  <p:childTnLst>
                                    <p:set>
                                      <p:cBhvr>
                                        <p:cTn id="491" dur="1" fill="hold">
                                          <p:stCondLst>
                                            <p:cond delay="0"/>
                                          </p:stCondLst>
                                        </p:cTn>
                                        <p:tgtEl>
                                          <p:spTgt spid="183"/>
                                        </p:tgtEl>
                                        <p:attrNameLst>
                                          <p:attrName>style.visibility</p:attrName>
                                        </p:attrNameLst>
                                      </p:cBhvr>
                                      <p:to>
                                        <p:strVal val="visible"/>
                                      </p:to>
                                    </p:set>
                                    <p:anim calcmode="lin" valueType="num">
                                      <p:cBhvr additive="repl">
                                        <p:cTn id="492" dur="500" fill="hold"/>
                                        <p:tgtEl>
                                          <p:spTgt spid="183"/>
                                        </p:tgtEl>
                                        <p:attrNameLst>
                                          <p:attrName>ppt_x</p:attrName>
                                        </p:attrNameLst>
                                      </p:cBhvr>
                                      <p:tavLst>
                                        <p:tav>
                                          <p:val>
                                            <p:strVal val="#ppt_x"/>
                                          </p:val>
                                        </p:tav>
                                        <p:tav tm="100000">
                                          <p:val>
                                            <p:strVal val="#ppt_x"/>
                                          </p:val>
                                        </p:tav>
                                      </p:tavLst>
                                    </p:anim>
                                    <p:anim calcmode="lin" valueType="num">
                                      <p:cBhvr additive="repl">
                                        <p:cTn id="493" dur="500" fill="hold"/>
                                        <p:tgtEl>
                                          <p:spTgt spid="183"/>
                                        </p:tgtEl>
                                        <p:attrNameLst>
                                          <p:attrName>ppt_y</p:attrName>
                                        </p:attrNameLst>
                                      </p:cBhvr>
                                      <p:tavLst>
                                        <p:tav>
                                          <p:val>
                                            <p:strVal val="1+#ppt_h/2"/>
                                          </p:val>
                                        </p:tav>
                                        <p:tav tm="100000">
                                          <p:val>
                                            <p:strVal val="#ppt_y"/>
                                          </p:val>
                                        </p:tav>
                                      </p:tavLst>
                                    </p:anim>
                                  </p:childTnLst>
                                </p:cTn>
                              </p:par>
                              <p:par>
                                <p:cTn id="494" presetID="2" presetClass="entr" fill="hold" nodeType="withEffect" presetSubtype="4">
                                  <p:stCondLst>
                                    <p:cond delay="0"/>
                                  </p:stCondLst>
                                  <p:childTnLst>
                                    <p:set>
                                      <p:cBhvr>
                                        <p:cTn id="495" dur="1" fill="hold">
                                          <p:stCondLst>
                                            <p:cond delay="0"/>
                                          </p:stCondLst>
                                        </p:cTn>
                                        <p:tgtEl>
                                          <p:spTgt spid="167"/>
                                        </p:tgtEl>
                                        <p:attrNameLst>
                                          <p:attrName>style.visibility</p:attrName>
                                        </p:attrNameLst>
                                      </p:cBhvr>
                                      <p:to>
                                        <p:strVal val="visible"/>
                                      </p:to>
                                    </p:set>
                                    <p:anim calcmode="lin" valueType="num">
                                      <p:cBhvr additive="repl">
                                        <p:cTn id="496" dur="500" fill="hold"/>
                                        <p:tgtEl>
                                          <p:spTgt spid="167"/>
                                        </p:tgtEl>
                                        <p:attrNameLst>
                                          <p:attrName>ppt_x</p:attrName>
                                        </p:attrNameLst>
                                      </p:cBhvr>
                                      <p:tavLst>
                                        <p:tav>
                                          <p:val>
                                            <p:strVal val="#ppt_x"/>
                                          </p:val>
                                        </p:tav>
                                        <p:tav tm="100000">
                                          <p:val>
                                            <p:strVal val="#ppt_x"/>
                                          </p:val>
                                        </p:tav>
                                      </p:tavLst>
                                    </p:anim>
                                    <p:anim calcmode="lin" valueType="num">
                                      <p:cBhvr additive="repl">
                                        <p:cTn id="497" dur="500" fill="hold"/>
                                        <p:tgtEl>
                                          <p:spTgt spid="167"/>
                                        </p:tgtEl>
                                        <p:attrNameLst>
                                          <p:attrName>ppt_y</p:attrName>
                                        </p:attrNameLst>
                                      </p:cBhvr>
                                      <p:tavLst>
                                        <p:tav>
                                          <p:val>
                                            <p:strVal val="1+#ppt_h/2"/>
                                          </p:val>
                                        </p:tav>
                                        <p:tav tm="100000">
                                          <p:val>
                                            <p:strVal val="#ppt_y"/>
                                          </p:val>
                                        </p:tav>
                                      </p:tavLst>
                                    </p:anim>
                                  </p:childTnLst>
                                </p:cTn>
                              </p:par>
                            </p:childTnLst>
                          </p:cTn>
                        </p:par>
                        <p:par>
                          <p:cTn id="498" fill="hold">
                            <p:stCondLst>
                              <p:cond delay="2000"/>
                            </p:stCondLst>
                            <p:childTnLst>
                              <p:par>
                                <p:cTn id="499" presetID="2" presetClass="entr" fill="hold" nodeType="afterEffect" presetSubtype="1">
                                  <p:stCondLst>
                                    <p:cond delay="0"/>
                                  </p:stCondLst>
                                  <p:childTnLst>
                                    <p:set>
                                      <p:cBhvr>
                                        <p:cTn id="500" dur="1" fill="hold">
                                          <p:stCondLst>
                                            <p:cond delay="0"/>
                                          </p:stCondLst>
                                        </p:cTn>
                                        <p:tgtEl>
                                          <p:spTgt spid="184"/>
                                        </p:tgtEl>
                                        <p:attrNameLst>
                                          <p:attrName>style.visibility</p:attrName>
                                        </p:attrNameLst>
                                      </p:cBhvr>
                                      <p:to>
                                        <p:strVal val="visible"/>
                                      </p:to>
                                    </p:set>
                                    <p:anim calcmode="lin" valueType="num">
                                      <p:cBhvr additive="repl">
                                        <p:cTn id="501" dur="500" fill="hold"/>
                                        <p:tgtEl>
                                          <p:spTgt spid="184"/>
                                        </p:tgtEl>
                                        <p:attrNameLst>
                                          <p:attrName>ppt_x</p:attrName>
                                        </p:attrNameLst>
                                      </p:cBhvr>
                                      <p:tavLst>
                                        <p:tav>
                                          <p:val>
                                            <p:strVal val="#ppt_x"/>
                                          </p:val>
                                        </p:tav>
                                        <p:tav tm="100000">
                                          <p:val>
                                            <p:strVal val="#ppt_x"/>
                                          </p:val>
                                        </p:tav>
                                      </p:tavLst>
                                    </p:anim>
                                    <p:anim calcmode="lin" valueType="num">
                                      <p:cBhvr additive="repl">
                                        <p:cTn id="502" dur="500" fill="hold"/>
                                        <p:tgtEl>
                                          <p:spTgt spid="184"/>
                                        </p:tgtEl>
                                        <p:attrNameLst>
                                          <p:attrName>ppt_y</p:attrName>
                                        </p:attrNameLst>
                                      </p:cBhvr>
                                      <p:tavLst>
                                        <p:tav>
                                          <p:val>
                                            <p:strVal val="0-#ppt_h/2"/>
                                          </p:val>
                                        </p:tav>
                                        <p:tav tm="100000">
                                          <p:val>
                                            <p:strVal val="#ppt_y"/>
                                          </p:val>
                                        </p:tav>
                                      </p:tavLst>
                                    </p:anim>
                                  </p:childTnLst>
                                </p:cTn>
                              </p:par>
                              <p:par>
                                <p:cTn id="503" presetID="2" presetClass="entr" fill="hold" nodeType="withEffect" presetSubtype="2">
                                  <p:stCondLst>
                                    <p:cond delay="0"/>
                                  </p:stCondLst>
                                  <p:childTnLst>
                                    <p:set>
                                      <p:cBhvr>
                                        <p:cTn id="504" dur="1" fill="hold">
                                          <p:stCondLst>
                                            <p:cond delay="0"/>
                                          </p:stCondLst>
                                        </p:cTn>
                                        <p:tgtEl>
                                          <p:spTgt spid="172"/>
                                        </p:tgtEl>
                                        <p:attrNameLst>
                                          <p:attrName>style.visibility</p:attrName>
                                        </p:attrNameLst>
                                      </p:cBhvr>
                                      <p:to>
                                        <p:strVal val="visible"/>
                                      </p:to>
                                    </p:set>
                                    <p:anim calcmode="lin" valueType="num">
                                      <p:cBhvr additive="repl">
                                        <p:cTn id="505" dur="500" fill="hold"/>
                                        <p:tgtEl>
                                          <p:spTgt spid="172"/>
                                        </p:tgtEl>
                                        <p:attrNameLst>
                                          <p:attrName>ppt_x</p:attrName>
                                        </p:attrNameLst>
                                      </p:cBhvr>
                                      <p:tavLst>
                                        <p:tav>
                                          <p:val>
                                            <p:strVal val="1+#ppt_w/2"/>
                                          </p:val>
                                        </p:tav>
                                        <p:tav tm="100000">
                                          <p:val>
                                            <p:strVal val="#ppt_x"/>
                                          </p:val>
                                        </p:tav>
                                      </p:tavLst>
                                    </p:anim>
                                    <p:anim calcmode="lin" valueType="num">
                                      <p:cBhvr additive="repl">
                                        <p:cTn id="506" dur="500" fill="hold"/>
                                        <p:tgtEl>
                                          <p:spTgt spid="172"/>
                                        </p:tgtEl>
                                        <p:attrNameLst>
                                          <p:attrName>ppt_y</p:attrName>
                                        </p:attrNameLst>
                                      </p:cBhvr>
                                      <p:tavLst>
                                        <p:tav>
                                          <p:val>
                                            <p:strVal val="#ppt_y"/>
                                          </p:val>
                                        </p:tav>
                                        <p:tav tm="100000">
                                          <p:val>
                                            <p:strVal val="#ppt_y"/>
                                          </p:val>
                                        </p:tav>
                                      </p:tavLst>
                                    </p:anim>
                                  </p:childTnLst>
                                </p:cTn>
                              </p:par>
                              <p:par>
                                <p:cTn id="507" presetID="2" presetClass="entr" fill="hold" nodeType="withEffect" presetSubtype="4">
                                  <p:stCondLst>
                                    <p:cond delay="0"/>
                                  </p:stCondLst>
                                  <p:childTnLst>
                                    <p:set>
                                      <p:cBhvr>
                                        <p:cTn id="508" dur="1" fill="hold">
                                          <p:stCondLst>
                                            <p:cond delay="0"/>
                                          </p:stCondLst>
                                        </p:cTn>
                                        <p:tgtEl>
                                          <p:spTgt spid="185"/>
                                        </p:tgtEl>
                                        <p:attrNameLst>
                                          <p:attrName>style.visibility</p:attrName>
                                        </p:attrNameLst>
                                      </p:cBhvr>
                                      <p:to>
                                        <p:strVal val="visible"/>
                                      </p:to>
                                    </p:set>
                                    <p:anim calcmode="lin" valueType="num">
                                      <p:cBhvr additive="repl">
                                        <p:cTn id="509" dur="500" fill="hold"/>
                                        <p:tgtEl>
                                          <p:spTgt spid="185"/>
                                        </p:tgtEl>
                                        <p:attrNameLst>
                                          <p:attrName>ppt_x</p:attrName>
                                        </p:attrNameLst>
                                      </p:cBhvr>
                                      <p:tavLst>
                                        <p:tav>
                                          <p:val>
                                            <p:strVal val="#ppt_x"/>
                                          </p:val>
                                        </p:tav>
                                        <p:tav tm="100000">
                                          <p:val>
                                            <p:strVal val="#ppt_x"/>
                                          </p:val>
                                        </p:tav>
                                      </p:tavLst>
                                    </p:anim>
                                    <p:anim calcmode="lin" valueType="num">
                                      <p:cBhvr additive="repl">
                                        <p:cTn id="510" dur="500" fill="hold"/>
                                        <p:tgtEl>
                                          <p:spTgt spid="185"/>
                                        </p:tgtEl>
                                        <p:attrNameLst>
                                          <p:attrName>ppt_y</p:attrName>
                                        </p:attrNameLst>
                                      </p:cBhvr>
                                      <p:tavLst>
                                        <p:tav>
                                          <p:val>
                                            <p:strVal val="1+#ppt_h/2"/>
                                          </p:val>
                                        </p:tav>
                                        <p:tav tm="100000">
                                          <p:val>
                                            <p:strVal val="#ppt_y"/>
                                          </p:val>
                                        </p:tav>
                                      </p:tavLst>
                                    </p:anim>
                                  </p:childTnLst>
                                </p:cTn>
                              </p:par>
                              <p:par>
                                <p:cTn id="511" presetID="2" presetClass="entr" fill="hold" nodeType="withEffect" presetSubtype="8">
                                  <p:stCondLst>
                                    <p:cond delay="0"/>
                                  </p:stCondLst>
                                  <p:childTnLst>
                                    <p:set>
                                      <p:cBhvr>
                                        <p:cTn id="512" dur="1" fill="hold">
                                          <p:stCondLst>
                                            <p:cond delay="0"/>
                                          </p:stCondLst>
                                        </p:cTn>
                                        <p:tgtEl>
                                          <p:spTgt spid="186"/>
                                        </p:tgtEl>
                                        <p:attrNameLst>
                                          <p:attrName>style.visibility</p:attrName>
                                        </p:attrNameLst>
                                      </p:cBhvr>
                                      <p:to>
                                        <p:strVal val="visible"/>
                                      </p:to>
                                    </p:set>
                                    <p:anim calcmode="lin" valueType="num">
                                      <p:cBhvr additive="repl">
                                        <p:cTn id="513" dur="500" fill="hold"/>
                                        <p:tgtEl>
                                          <p:spTgt spid="186"/>
                                        </p:tgtEl>
                                        <p:attrNameLst>
                                          <p:attrName>ppt_x</p:attrName>
                                        </p:attrNameLst>
                                      </p:cBhvr>
                                      <p:tavLst>
                                        <p:tav>
                                          <p:val>
                                            <p:strVal val="0-#ppt_w/2"/>
                                          </p:val>
                                        </p:tav>
                                        <p:tav tm="100000">
                                          <p:val>
                                            <p:strVal val="#ppt_x"/>
                                          </p:val>
                                        </p:tav>
                                      </p:tavLst>
                                    </p:anim>
                                    <p:anim calcmode="lin" valueType="num">
                                      <p:cBhvr additive="repl">
                                        <p:cTn id="514" dur="500" fill="hold"/>
                                        <p:tgtEl>
                                          <p:spTgt spid="186"/>
                                        </p:tgtEl>
                                        <p:attrNameLst>
                                          <p:attrName>ppt_y</p:attrName>
                                        </p:attrNameLst>
                                      </p:cBhvr>
                                      <p:tavLst>
                                        <p:tav>
                                          <p:val>
                                            <p:strVal val="#ppt_y"/>
                                          </p:val>
                                        </p:tav>
                                        <p:tav tm="100000">
                                          <p:val>
                                            <p:strVal val="#ppt_y"/>
                                          </p:val>
                                        </p:tav>
                                      </p:tavLst>
                                    </p:anim>
                                  </p:childTnLst>
                                </p:cTn>
                              </p:par>
                              <p:par>
                                <p:cTn id="515" presetID="2" presetClass="entr" fill="hold" nodeType="withEffect" presetSubtype="2">
                                  <p:stCondLst>
                                    <p:cond delay="0"/>
                                  </p:stCondLst>
                                  <p:childTnLst>
                                    <p:set>
                                      <p:cBhvr>
                                        <p:cTn id="516" dur="1" fill="hold">
                                          <p:stCondLst>
                                            <p:cond delay="0"/>
                                          </p:stCondLst>
                                        </p:cTn>
                                        <p:tgtEl>
                                          <p:spTgt spid="168"/>
                                        </p:tgtEl>
                                        <p:attrNameLst>
                                          <p:attrName>style.visibility</p:attrName>
                                        </p:attrNameLst>
                                      </p:cBhvr>
                                      <p:to>
                                        <p:strVal val="visible"/>
                                      </p:to>
                                    </p:set>
                                    <p:anim calcmode="lin" valueType="num">
                                      <p:cBhvr additive="repl">
                                        <p:cTn id="517" dur="500" fill="hold"/>
                                        <p:tgtEl>
                                          <p:spTgt spid="168"/>
                                        </p:tgtEl>
                                        <p:attrNameLst>
                                          <p:attrName>ppt_x</p:attrName>
                                        </p:attrNameLst>
                                      </p:cBhvr>
                                      <p:tavLst>
                                        <p:tav>
                                          <p:val>
                                            <p:strVal val="1+#ppt_w/2"/>
                                          </p:val>
                                        </p:tav>
                                        <p:tav tm="100000">
                                          <p:val>
                                            <p:strVal val="#ppt_x"/>
                                          </p:val>
                                        </p:tav>
                                      </p:tavLst>
                                    </p:anim>
                                    <p:anim calcmode="lin" valueType="num">
                                      <p:cBhvr additive="repl">
                                        <p:cTn id="518" dur="500" fill="hold"/>
                                        <p:tgtEl>
                                          <p:spTgt spid="168"/>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187" name="Picture 1" descr="image.png"/>
          <p:cNvPicPr/>
          <p:nvPr/>
        </p:nvPicPr>
        <p:blipFill>
          <a:blip r:embed="rId1"/>
          <a:stretch/>
        </p:blipFill>
        <p:spPr>
          <a:xfrm>
            <a:off x="0" y="0"/>
            <a:ext cx="12191040" cy="6856920"/>
          </a:xfrm>
          <a:prstGeom prst="rect">
            <a:avLst/>
          </a:prstGeom>
          <a:noFill/>
          <a:ln w="0">
            <a:noFill/>
          </a:ln>
        </p:spPr>
      </p:pic>
      <p:sp>
        <p:nvSpPr>
          <p:cNvPr id="188" name="Rectangle 2"/>
          <p:cNvSpPr/>
          <p:nvPr/>
        </p:nvSpPr>
        <p:spPr>
          <a:xfrm>
            <a:off x="609480" y="1652760"/>
            <a:ext cx="10971720" cy="1665720"/>
          </a:xfrm>
          <a:prstGeom prst="rect">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89" name="Rectangle 3"/>
          <p:cNvSpPr/>
          <p:nvPr/>
        </p:nvSpPr>
        <p:spPr>
          <a:xfrm>
            <a:off x="609480" y="3510000"/>
            <a:ext cx="10971720" cy="1532160"/>
          </a:xfrm>
          <a:prstGeom prst="rect">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0" name="Rectangle 4"/>
          <p:cNvSpPr/>
          <p:nvPr/>
        </p:nvSpPr>
        <p:spPr>
          <a:xfrm>
            <a:off x="609480" y="5205240"/>
            <a:ext cx="10971720" cy="1489320"/>
          </a:xfrm>
          <a:prstGeom prst="rect">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1" name="Rectangle 5"/>
          <p:cNvSpPr/>
          <p:nvPr/>
        </p:nvSpPr>
        <p:spPr>
          <a:xfrm>
            <a:off x="609480" y="1652760"/>
            <a:ext cx="56160" cy="1665720"/>
          </a:xfrm>
          <a:prstGeom prst="rect">
            <a:avLst/>
          </a:prstGeom>
          <a:solidFill>
            <a:srgbClr val="A21CA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8080" tIns="45000" rIns="2808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2" name="Rectangle 6"/>
          <p:cNvSpPr/>
          <p:nvPr/>
        </p:nvSpPr>
        <p:spPr>
          <a:xfrm>
            <a:off x="609480" y="3510000"/>
            <a:ext cx="56160" cy="1532160"/>
          </a:xfrm>
          <a:prstGeom prst="rect">
            <a:avLst/>
          </a:prstGeom>
          <a:solidFill>
            <a:srgbClr val="7E22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8080" tIns="45000" rIns="2808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3" name="Rectangle 7"/>
          <p:cNvSpPr/>
          <p:nvPr/>
        </p:nvSpPr>
        <p:spPr>
          <a:xfrm>
            <a:off x="609480" y="5205240"/>
            <a:ext cx="56160" cy="1489320"/>
          </a:xfrm>
          <a:prstGeom prst="rect">
            <a:avLst/>
          </a:prstGeom>
          <a:solidFill>
            <a:srgbClr val="BE185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8080" tIns="45000" rIns="2808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4" name="TextBox 8"/>
          <p:cNvSpPr/>
          <p:nvPr/>
        </p:nvSpPr>
        <p:spPr>
          <a:xfrm>
            <a:off x="609480" y="533520"/>
            <a:ext cx="11581200" cy="19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1" u="none" strike="noStrike">
                <a:solidFill>
                  <a:srgbClr val="BE185D"/>
                </a:solidFill>
                <a:effectLst/>
                <a:uFillTx/>
                <a:latin typeface="Times New Roman"/>
              </a:rPr>
              <a:t>THẢO LUẬN TƯƠNG TÁC</a:t>
            </a:r>
            <a:endParaRPr lang="vi-VN" sz="1350" b="0" u="none" strike="noStrike">
              <a:solidFill>
                <a:srgbClr val="000000"/>
              </a:solidFill>
              <a:effectLst/>
              <a:uFillTx/>
              <a:latin typeface="Arial"/>
            </a:endParaRPr>
          </a:p>
        </p:txBody>
      </p:sp>
      <p:sp>
        <p:nvSpPr>
          <p:cNvPr id="195" name="TextBox 9"/>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3 CÂU HỎI ĐẶT RA CHO CHỦ ĐỀ</a:t>
            </a:r>
            <a:endParaRPr lang="vi-VN" sz="2700" b="0" u="none" strike="noStrike">
              <a:solidFill>
                <a:srgbClr val="000000"/>
              </a:solidFill>
              <a:effectLst/>
              <a:uFillTx/>
              <a:latin typeface="Arial"/>
            </a:endParaRPr>
          </a:p>
        </p:txBody>
      </p:sp>
      <p:sp>
        <p:nvSpPr>
          <p:cNvPr id="196" name="TextBox 10"/>
          <p:cNvSpPr/>
          <p:nvPr/>
        </p:nvSpPr>
        <p:spPr>
          <a:xfrm>
            <a:off x="945000" y="2397960"/>
            <a:ext cx="678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vi-VN" sz="2100" b="1" u="none" strike="noStrike">
                <a:solidFill>
                  <a:srgbClr val="A21CAF"/>
                </a:solidFill>
                <a:effectLst/>
                <a:uFillTx/>
                <a:latin typeface="Times New Roman"/>
              </a:rPr>
              <a:t>Câu 1</a:t>
            </a:r>
            <a:endParaRPr lang="vi-VN" sz="2100" b="0" u="none" strike="noStrike">
              <a:solidFill>
                <a:srgbClr val="000000"/>
              </a:solidFill>
              <a:effectLst/>
              <a:uFillTx/>
              <a:latin typeface="Arial"/>
            </a:endParaRPr>
          </a:p>
        </p:txBody>
      </p:sp>
      <p:sp>
        <p:nvSpPr>
          <p:cNvPr id="197" name="TextBox 11"/>
          <p:cNvSpPr/>
          <p:nvPr/>
        </p:nvSpPr>
        <p:spPr>
          <a:xfrm>
            <a:off x="1830960" y="2251800"/>
            <a:ext cx="9902880" cy="614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3B0764"/>
                </a:solidFill>
                <a:effectLst/>
                <a:uFillTx/>
                <a:latin typeface="Times New Roman"/>
              </a:rPr>
              <a:t>Ranh giới giữa việc thực hành lòng khoan dung và việc thỏa hiệp với các hành vi vi phạm đạo đức/pháp luật là gì?</a:t>
            </a:r>
            <a:endParaRPr lang="vi-VN" sz="2000" b="0" u="none" strike="noStrike">
              <a:solidFill>
                <a:srgbClr val="000000"/>
              </a:solidFill>
              <a:effectLst/>
              <a:uFillTx/>
              <a:latin typeface="Arial"/>
            </a:endParaRPr>
          </a:p>
        </p:txBody>
      </p:sp>
      <p:sp>
        <p:nvSpPr>
          <p:cNvPr id="198" name="TextBox 12"/>
          <p:cNvSpPr/>
          <p:nvPr/>
        </p:nvSpPr>
        <p:spPr>
          <a:xfrm>
            <a:off x="971640" y="4138920"/>
            <a:ext cx="678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vi-VN" sz="2100" b="1" u="none" strike="noStrike">
                <a:solidFill>
                  <a:srgbClr val="7E22CE"/>
                </a:solidFill>
                <a:effectLst/>
                <a:uFillTx/>
                <a:latin typeface="Times New Roman"/>
              </a:rPr>
              <a:t>Câu 2</a:t>
            </a:r>
            <a:endParaRPr lang="vi-VN" sz="2100" b="0" u="none" strike="noStrike">
              <a:solidFill>
                <a:srgbClr val="000000"/>
              </a:solidFill>
              <a:effectLst/>
              <a:uFillTx/>
              <a:latin typeface="Arial"/>
            </a:endParaRPr>
          </a:p>
        </p:txBody>
      </p:sp>
      <p:sp>
        <p:nvSpPr>
          <p:cNvPr id="199" name="TextBox 13"/>
          <p:cNvSpPr/>
          <p:nvPr/>
        </p:nvSpPr>
        <p:spPr>
          <a:xfrm>
            <a:off x="1802880" y="3992760"/>
            <a:ext cx="9829080" cy="614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3B0764"/>
                </a:solidFill>
                <a:effectLst/>
                <a:uFillTx/>
                <a:latin typeface="Times New Roman"/>
              </a:rPr>
              <a:t>Tại sao bạo lực tinh thần từ sự không khoan dung lại nguy hiểm không kém gì bạo lực thể xác đối với xã hội?</a:t>
            </a:r>
            <a:endParaRPr lang="vi-VN" sz="2000" b="0" u="none" strike="noStrike">
              <a:solidFill>
                <a:srgbClr val="000000"/>
              </a:solidFill>
              <a:effectLst/>
              <a:uFillTx/>
              <a:latin typeface="Arial"/>
            </a:endParaRPr>
          </a:p>
        </p:txBody>
      </p:sp>
      <p:sp>
        <p:nvSpPr>
          <p:cNvPr id="200" name="TextBox 14"/>
          <p:cNvSpPr/>
          <p:nvPr/>
        </p:nvSpPr>
        <p:spPr>
          <a:xfrm>
            <a:off x="971640" y="5789160"/>
            <a:ext cx="678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vi-VN" sz="2100" b="1" u="none" strike="noStrike">
                <a:solidFill>
                  <a:srgbClr val="BE185D"/>
                </a:solidFill>
                <a:effectLst/>
                <a:uFillTx/>
                <a:latin typeface="Times New Roman"/>
              </a:rPr>
              <a:t>Câu 3</a:t>
            </a:r>
            <a:endParaRPr lang="vi-VN" sz="2100" b="0" u="none" strike="noStrike">
              <a:solidFill>
                <a:srgbClr val="000000"/>
              </a:solidFill>
              <a:effectLst/>
              <a:uFillTx/>
              <a:latin typeface="Arial"/>
            </a:endParaRPr>
          </a:p>
        </p:txBody>
      </p:sp>
      <p:sp>
        <p:nvSpPr>
          <p:cNvPr id="201" name="TextBox 15"/>
          <p:cNvSpPr/>
          <p:nvPr/>
        </p:nvSpPr>
        <p:spPr>
          <a:xfrm>
            <a:off x="1902960" y="5621760"/>
            <a:ext cx="9983160" cy="614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3B0764"/>
                </a:solidFill>
                <a:effectLst/>
                <a:uFillTx/>
                <a:latin typeface="Times New Roman"/>
              </a:rPr>
              <a:t>Mạng xã hội đang thúc đẩy sự hiểu biết lẫn nhau hay đang làm gia tăng sự không khoan dung trong cộng đồng?</a:t>
            </a:r>
            <a:endParaRPr lang="vi-VN" sz="2000" b="0" u="none" strike="noStrike">
              <a:solidFill>
                <a:srgbClr val="000000"/>
              </a:solidFill>
              <a:effectLst/>
              <a:uFillTx/>
              <a:latin typeface="Arial"/>
            </a:endParaRPr>
          </a:p>
        </p:txBody>
      </p:sp>
    </p:spTree>
  </p:cSld>
  <mc:AlternateContent>
    <mc:Choice Requires="p14">
      <p:transition spd="slow" p14:dur="1250"/>
    </mc:Choice>
    <mc:Fallback>
      <p:transition spd="slow"/>
    </mc:Fallback>
  </mc:AlternateContent>
  <p:timing>
    <p:tnLst>
      <p:par>
        <p:cTn id="519" dur="indefinite" restart="never" nodeType="tmRoot">
          <p:childTnLst>
            <p:seq>
              <p:cTn id="520" dur="indefinite" nodeType="mainSeq">
                <p:childTnLst>
                  <p:par>
                    <p:cTn id="521" fill="hold">
                      <p:stCondLst>
                        <p:cond delay="0"/>
                      </p:stCondLst>
                      <p:childTnLst>
                        <p:par>
                          <p:cTn id="522" fill="hold">
                            <p:stCondLst>
                              <p:cond delay="0"/>
                            </p:stCondLst>
                            <p:childTnLst>
                              <p:par>
                                <p:cTn id="523" presetID="2" presetClass="entr" fill="hold" nodeType="afterEffect" presetSubtype="12">
                                  <p:stCondLst>
                                    <p:cond delay="0"/>
                                  </p:stCondLst>
                                  <p:childTnLst>
                                    <p:set>
                                      <p:cBhvr>
                                        <p:cTn id="524" dur="1" fill="hold">
                                          <p:stCondLst>
                                            <p:cond delay="0"/>
                                          </p:stCondLst>
                                        </p:cTn>
                                        <p:tgtEl>
                                          <p:spTgt spid="194"/>
                                        </p:tgtEl>
                                        <p:attrNameLst>
                                          <p:attrName>style.visibility</p:attrName>
                                        </p:attrNameLst>
                                      </p:cBhvr>
                                      <p:to>
                                        <p:strVal val="visible"/>
                                      </p:to>
                                    </p:set>
                                    <p:anim calcmode="lin" valueType="num">
                                      <p:cBhvr additive="repl">
                                        <p:cTn id="525" dur="500" fill="hold"/>
                                        <p:tgtEl>
                                          <p:spTgt spid="194"/>
                                        </p:tgtEl>
                                        <p:attrNameLst>
                                          <p:attrName>ppt_x</p:attrName>
                                        </p:attrNameLst>
                                      </p:cBhvr>
                                      <p:tavLst>
                                        <p:tav>
                                          <p:val>
                                            <p:strVal val="0-#ppt_w/2"/>
                                          </p:val>
                                        </p:tav>
                                        <p:tav tm="100000">
                                          <p:val>
                                            <p:strVal val="#ppt_x"/>
                                          </p:val>
                                        </p:tav>
                                      </p:tavLst>
                                    </p:anim>
                                    <p:anim calcmode="lin" valueType="num">
                                      <p:cBhvr additive="repl">
                                        <p:cTn id="526" dur="500" fill="hold"/>
                                        <p:tgtEl>
                                          <p:spTgt spid="194"/>
                                        </p:tgtEl>
                                        <p:attrNameLst>
                                          <p:attrName>ppt_y</p:attrName>
                                        </p:attrNameLst>
                                      </p:cBhvr>
                                      <p:tavLst>
                                        <p:tav>
                                          <p:val>
                                            <p:strVal val="1+#ppt_h/2"/>
                                          </p:val>
                                        </p:tav>
                                        <p:tav tm="100000">
                                          <p:val>
                                            <p:strVal val="#ppt_y"/>
                                          </p:val>
                                        </p:tav>
                                      </p:tavLst>
                                    </p:anim>
                                  </p:childTnLst>
                                </p:cTn>
                              </p:par>
                              <p:par>
                                <p:cTn id="527" presetID="2" presetClass="entr" fill="hold" nodeType="withEffect" presetSubtype="2">
                                  <p:stCondLst>
                                    <p:cond delay="0"/>
                                  </p:stCondLst>
                                  <p:childTnLst>
                                    <p:set>
                                      <p:cBhvr>
                                        <p:cTn id="528" dur="1" fill="hold">
                                          <p:stCondLst>
                                            <p:cond delay="0"/>
                                          </p:stCondLst>
                                        </p:cTn>
                                        <p:tgtEl>
                                          <p:spTgt spid="195"/>
                                        </p:tgtEl>
                                        <p:attrNameLst>
                                          <p:attrName>style.visibility</p:attrName>
                                        </p:attrNameLst>
                                      </p:cBhvr>
                                      <p:to>
                                        <p:strVal val="visible"/>
                                      </p:to>
                                    </p:set>
                                    <p:anim calcmode="lin" valueType="num">
                                      <p:cBhvr additive="repl">
                                        <p:cTn id="529" dur="500" fill="hold"/>
                                        <p:tgtEl>
                                          <p:spTgt spid="195"/>
                                        </p:tgtEl>
                                        <p:attrNameLst>
                                          <p:attrName>ppt_x</p:attrName>
                                        </p:attrNameLst>
                                      </p:cBhvr>
                                      <p:tavLst>
                                        <p:tav>
                                          <p:val>
                                            <p:strVal val="1+#ppt_w/2"/>
                                          </p:val>
                                        </p:tav>
                                        <p:tav tm="100000">
                                          <p:val>
                                            <p:strVal val="#ppt_x"/>
                                          </p:val>
                                        </p:tav>
                                      </p:tavLst>
                                    </p:anim>
                                    <p:anim calcmode="lin" valueType="num">
                                      <p:cBhvr additive="repl">
                                        <p:cTn id="530" dur="500" fill="hold"/>
                                        <p:tgtEl>
                                          <p:spTgt spid="195"/>
                                        </p:tgtEl>
                                        <p:attrNameLst>
                                          <p:attrName>ppt_y</p:attrName>
                                        </p:attrNameLst>
                                      </p:cBhvr>
                                      <p:tavLst>
                                        <p:tav>
                                          <p:val>
                                            <p:strVal val="#ppt_y"/>
                                          </p:val>
                                        </p:tav>
                                        <p:tav tm="100000">
                                          <p:val>
                                            <p:strVal val="#ppt_y"/>
                                          </p:val>
                                        </p:tav>
                                      </p:tavLst>
                                    </p:anim>
                                  </p:childTnLst>
                                </p:cTn>
                              </p:par>
                            </p:childTnLst>
                          </p:cTn>
                        </p:par>
                        <p:par>
                          <p:cTn id="531" fill="hold">
                            <p:stCondLst>
                              <p:cond delay="500"/>
                            </p:stCondLst>
                            <p:childTnLst>
                              <p:par>
                                <p:cTn id="532" presetID="2" presetClass="entr" fill="hold" nodeType="afterEffect" presetSubtype="4">
                                  <p:stCondLst>
                                    <p:cond delay="0"/>
                                  </p:stCondLst>
                                  <p:childTnLst>
                                    <p:set>
                                      <p:cBhvr>
                                        <p:cTn id="533" dur="1" fill="hold">
                                          <p:stCondLst>
                                            <p:cond delay="0"/>
                                          </p:stCondLst>
                                        </p:cTn>
                                        <p:tgtEl>
                                          <p:spTgt spid="191"/>
                                        </p:tgtEl>
                                        <p:attrNameLst>
                                          <p:attrName>style.visibility</p:attrName>
                                        </p:attrNameLst>
                                      </p:cBhvr>
                                      <p:to>
                                        <p:strVal val="visible"/>
                                      </p:to>
                                    </p:set>
                                    <p:anim calcmode="lin" valueType="num">
                                      <p:cBhvr additive="repl">
                                        <p:cTn id="534" dur="500" fill="hold"/>
                                        <p:tgtEl>
                                          <p:spTgt spid="191"/>
                                        </p:tgtEl>
                                        <p:attrNameLst>
                                          <p:attrName>ppt_x</p:attrName>
                                        </p:attrNameLst>
                                      </p:cBhvr>
                                      <p:tavLst>
                                        <p:tav>
                                          <p:val>
                                            <p:strVal val="#ppt_x"/>
                                          </p:val>
                                        </p:tav>
                                        <p:tav tm="100000">
                                          <p:val>
                                            <p:strVal val="#ppt_x"/>
                                          </p:val>
                                        </p:tav>
                                      </p:tavLst>
                                    </p:anim>
                                    <p:anim calcmode="lin" valueType="num">
                                      <p:cBhvr additive="repl">
                                        <p:cTn id="535" dur="500" fill="hold"/>
                                        <p:tgtEl>
                                          <p:spTgt spid="191"/>
                                        </p:tgtEl>
                                        <p:attrNameLst>
                                          <p:attrName>ppt_y</p:attrName>
                                        </p:attrNameLst>
                                      </p:cBhvr>
                                      <p:tavLst>
                                        <p:tav>
                                          <p:val>
                                            <p:strVal val="1+#ppt_h/2"/>
                                          </p:val>
                                        </p:tav>
                                        <p:tav tm="100000">
                                          <p:val>
                                            <p:strVal val="#ppt_y"/>
                                          </p:val>
                                        </p:tav>
                                      </p:tavLst>
                                    </p:anim>
                                  </p:childTnLst>
                                </p:cTn>
                              </p:par>
                              <p:par>
                                <p:cTn id="536" presetID="2" presetClass="entr" fill="hold" nodeType="withEffect" presetSubtype="4">
                                  <p:stCondLst>
                                    <p:cond delay="0"/>
                                  </p:stCondLst>
                                  <p:childTnLst>
                                    <p:set>
                                      <p:cBhvr>
                                        <p:cTn id="537" dur="1" fill="hold">
                                          <p:stCondLst>
                                            <p:cond delay="0"/>
                                          </p:stCondLst>
                                        </p:cTn>
                                        <p:tgtEl>
                                          <p:spTgt spid="188"/>
                                        </p:tgtEl>
                                        <p:attrNameLst>
                                          <p:attrName>style.visibility</p:attrName>
                                        </p:attrNameLst>
                                      </p:cBhvr>
                                      <p:to>
                                        <p:strVal val="visible"/>
                                      </p:to>
                                    </p:set>
                                    <p:anim calcmode="lin" valueType="num">
                                      <p:cBhvr additive="repl">
                                        <p:cTn id="538" dur="500" fill="hold"/>
                                        <p:tgtEl>
                                          <p:spTgt spid="188"/>
                                        </p:tgtEl>
                                        <p:attrNameLst>
                                          <p:attrName>ppt_x</p:attrName>
                                        </p:attrNameLst>
                                      </p:cBhvr>
                                      <p:tavLst>
                                        <p:tav>
                                          <p:val>
                                            <p:strVal val="#ppt_x"/>
                                          </p:val>
                                        </p:tav>
                                        <p:tav tm="100000">
                                          <p:val>
                                            <p:strVal val="#ppt_x"/>
                                          </p:val>
                                        </p:tav>
                                      </p:tavLst>
                                    </p:anim>
                                    <p:anim calcmode="lin" valueType="num">
                                      <p:cBhvr additive="repl">
                                        <p:cTn id="539" dur="500" fill="hold"/>
                                        <p:tgtEl>
                                          <p:spTgt spid="188"/>
                                        </p:tgtEl>
                                        <p:attrNameLst>
                                          <p:attrName>ppt_y</p:attrName>
                                        </p:attrNameLst>
                                      </p:cBhvr>
                                      <p:tavLst>
                                        <p:tav>
                                          <p:val>
                                            <p:strVal val="1+#ppt_h/2"/>
                                          </p:val>
                                        </p:tav>
                                        <p:tav tm="100000">
                                          <p:val>
                                            <p:strVal val="#ppt_y"/>
                                          </p:val>
                                        </p:tav>
                                      </p:tavLst>
                                    </p:anim>
                                  </p:childTnLst>
                                </p:cTn>
                              </p:par>
                              <p:par>
                                <p:cTn id="540" presetID="2" presetClass="entr" fill="hold" nodeType="withEffect" presetSubtype="12">
                                  <p:stCondLst>
                                    <p:cond delay="0"/>
                                  </p:stCondLst>
                                  <p:childTnLst>
                                    <p:set>
                                      <p:cBhvr>
                                        <p:cTn id="541" dur="1" fill="hold">
                                          <p:stCondLst>
                                            <p:cond delay="0"/>
                                          </p:stCondLst>
                                        </p:cTn>
                                        <p:tgtEl>
                                          <p:spTgt spid="197"/>
                                        </p:tgtEl>
                                        <p:attrNameLst>
                                          <p:attrName>style.visibility</p:attrName>
                                        </p:attrNameLst>
                                      </p:cBhvr>
                                      <p:to>
                                        <p:strVal val="visible"/>
                                      </p:to>
                                    </p:set>
                                    <p:anim calcmode="lin" valueType="num">
                                      <p:cBhvr additive="repl">
                                        <p:cTn id="542" dur="500" fill="hold"/>
                                        <p:tgtEl>
                                          <p:spTgt spid="197"/>
                                        </p:tgtEl>
                                        <p:attrNameLst>
                                          <p:attrName>ppt_x</p:attrName>
                                        </p:attrNameLst>
                                      </p:cBhvr>
                                      <p:tavLst>
                                        <p:tav>
                                          <p:val>
                                            <p:strVal val="0-#ppt_w/2"/>
                                          </p:val>
                                        </p:tav>
                                        <p:tav tm="100000">
                                          <p:val>
                                            <p:strVal val="#ppt_x"/>
                                          </p:val>
                                        </p:tav>
                                      </p:tavLst>
                                    </p:anim>
                                    <p:anim calcmode="lin" valueType="num">
                                      <p:cBhvr additive="repl">
                                        <p:cTn id="543" dur="500" fill="hold"/>
                                        <p:tgtEl>
                                          <p:spTgt spid="197"/>
                                        </p:tgtEl>
                                        <p:attrNameLst>
                                          <p:attrName>ppt_y</p:attrName>
                                        </p:attrNameLst>
                                      </p:cBhvr>
                                      <p:tavLst>
                                        <p:tav>
                                          <p:val>
                                            <p:strVal val="1+#ppt_h/2"/>
                                          </p:val>
                                        </p:tav>
                                        <p:tav tm="100000">
                                          <p:val>
                                            <p:strVal val="#ppt_y"/>
                                          </p:val>
                                        </p:tav>
                                      </p:tavLst>
                                    </p:anim>
                                  </p:childTnLst>
                                </p:cTn>
                              </p:par>
                              <p:par>
                                <p:cTn id="544" presetID="2" presetClass="entr" fill="hold" nodeType="withEffect" presetSubtype="2">
                                  <p:stCondLst>
                                    <p:cond delay="0"/>
                                  </p:stCondLst>
                                  <p:childTnLst>
                                    <p:set>
                                      <p:cBhvr>
                                        <p:cTn id="545" dur="1" fill="hold">
                                          <p:stCondLst>
                                            <p:cond delay="0"/>
                                          </p:stCondLst>
                                        </p:cTn>
                                        <p:tgtEl>
                                          <p:spTgt spid="196"/>
                                        </p:tgtEl>
                                        <p:attrNameLst>
                                          <p:attrName>style.visibility</p:attrName>
                                        </p:attrNameLst>
                                      </p:cBhvr>
                                      <p:to>
                                        <p:strVal val="visible"/>
                                      </p:to>
                                    </p:set>
                                    <p:anim calcmode="lin" valueType="num">
                                      <p:cBhvr additive="repl">
                                        <p:cTn id="546" dur="500" fill="hold"/>
                                        <p:tgtEl>
                                          <p:spTgt spid="196"/>
                                        </p:tgtEl>
                                        <p:attrNameLst>
                                          <p:attrName>ppt_x</p:attrName>
                                        </p:attrNameLst>
                                      </p:cBhvr>
                                      <p:tavLst>
                                        <p:tav>
                                          <p:val>
                                            <p:strVal val="1+#ppt_w/2"/>
                                          </p:val>
                                        </p:tav>
                                        <p:tav tm="100000">
                                          <p:val>
                                            <p:strVal val="#ppt_x"/>
                                          </p:val>
                                        </p:tav>
                                      </p:tavLst>
                                    </p:anim>
                                    <p:anim calcmode="lin" valueType="num">
                                      <p:cBhvr additive="repl">
                                        <p:cTn id="547" dur="500" fill="hold"/>
                                        <p:tgtEl>
                                          <p:spTgt spid="196"/>
                                        </p:tgtEl>
                                        <p:attrNameLst>
                                          <p:attrName>ppt_y</p:attrName>
                                        </p:attrNameLst>
                                      </p:cBhvr>
                                      <p:tavLst>
                                        <p:tav>
                                          <p:val>
                                            <p:strVal val="#ppt_y"/>
                                          </p:val>
                                        </p:tav>
                                        <p:tav tm="100000">
                                          <p:val>
                                            <p:strVal val="#ppt_y"/>
                                          </p:val>
                                        </p:tav>
                                      </p:tavLst>
                                    </p:anim>
                                  </p:childTnLst>
                                </p:cTn>
                              </p:par>
                            </p:childTnLst>
                          </p:cTn>
                        </p:par>
                        <p:par>
                          <p:cTn id="548" fill="hold">
                            <p:stCondLst>
                              <p:cond delay="1000"/>
                            </p:stCondLst>
                            <p:childTnLst>
                              <p:par>
                                <p:cTn id="549" presetID="2" presetClass="entr" fill="hold" nodeType="afterEffect" presetSubtype="4">
                                  <p:stCondLst>
                                    <p:cond delay="0"/>
                                  </p:stCondLst>
                                  <p:childTnLst>
                                    <p:set>
                                      <p:cBhvr>
                                        <p:cTn id="550" dur="1" fill="hold">
                                          <p:stCondLst>
                                            <p:cond delay="0"/>
                                          </p:stCondLst>
                                        </p:cTn>
                                        <p:tgtEl>
                                          <p:spTgt spid="192"/>
                                        </p:tgtEl>
                                        <p:attrNameLst>
                                          <p:attrName>style.visibility</p:attrName>
                                        </p:attrNameLst>
                                      </p:cBhvr>
                                      <p:to>
                                        <p:strVal val="visible"/>
                                      </p:to>
                                    </p:set>
                                    <p:anim calcmode="lin" valueType="num">
                                      <p:cBhvr additive="repl">
                                        <p:cTn id="551" dur="500" fill="hold"/>
                                        <p:tgtEl>
                                          <p:spTgt spid="192"/>
                                        </p:tgtEl>
                                        <p:attrNameLst>
                                          <p:attrName>ppt_x</p:attrName>
                                        </p:attrNameLst>
                                      </p:cBhvr>
                                      <p:tavLst>
                                        <p:tav>
                                          <p:val>
                                            <p:strVal val="#ppt_x"/>
                                          </p:val>
                                        </p:tav>
                                        <p:tav tm="100000">
                                          <p:val>
                                            <p:strVal val="#ppt_x"/>
                                          </p:val>
                                        </p:tav>
                                      </p:tavLst>
                                    </p:anim>
                                    <p:anim calcmode="lin" valueType="num">
                                      <p:cBhvr additive="repl">
                                        <p:cTn id="552" dur="500" fill="hold"/>
                                        <p:tgtEl>
                                          <p:spTgt spid="192"/>
                                        </p:tgtEl>
                                        <p:attrNameLst>
                                          <p:attrName>ppt_y</p:attrName>
                                        </p:attrNameLst>
                                      </p:cBhvr>
                                      <p:tavLst>
                                        <p:tav>
                                          <p:val>
                                            <p:strVal val="1+#ppt_h/2"/>
                                          </p:val>
                                        </p:tav>
                                        <p:tav tm="100000">
                                          <p:val>
                                            <p:strVal val="#ppt_y"/>
                                          </p:val>
                                        </p:tav>
                                      </p:tavLst>
                                    </p:anim>
                                  </p:childTnLst>
                                </p:cTn>
                              </p:par>
                              <p:par>
                                <p:cTn id="553" presetID="2" presetClass="entr" fill="hold" nodeType="withEffect" presetSubtype="3">
                                  <p:stCondLst>
                                    <p:cond delay="0"/>
                                  </p:stCondLst>
                                  <p:childTnLst>
                                    <p:set>
                                      <p:cBhvr>
                                        <p:cTn id="554" dur="1" fill="hold">
                                          <p:stCondLst>
                                            <p:cond delay="0"/>
                                          </p:stCondLst>
                                        </p:cTn>
                                        <p:tgtEl>
                                          <p:spTgt spid="198"/>
                                        </p:tgtEl>
                                        <p:attrNameLst>
                                          <p:attrName>style.visibility</p:attrName>
                                        </p:attrNameLst>
                                      </p:cBhvr>
                                      <p:to>
                                        <p:strVal val="visible"/>
                                      </p:to>
                                    </p:set>
                                    <p:anim calcmode="lin" valueType="num">
                                      <p:cBhvr additive="repl">
                                        <p:cTn id="555" dur="500" fill="hold"/>
                                        <p:tgtEl>
                                          <p:spTgt spid="198"/>
                                        </p:tgtEl>
                                        <p:attrNameLst>
                                          <p:attrName>ppt_x</p:attrName>
                                        </p:attrNameLst>
                                      </p:cBhvr>
                                      <p:tavLst>
                                        <p:tav>
                                          <p:val>
                                            <p:strVal val="1+#ppt_w/2"/>
                                          </p:val>
                                        </p:tav>
                                        <p:tav tm="100000">
                                          <p:val>
                                            <p:strVal val="#ppt_x"/>
                                          </p:val>
                                        </p:tav>
                                      </p:tavLst>
                                    </p:anim>
                                    <p:anim calcmode="lin" valueType="num">
                                      <p:cBhvr additive="repl">
                                        <p:cTn id="556" dur="500" fill="hold"/>
                                        <p:tgtEl>
                                          <p:spTgt spid="198"/>
                                        </p:tgtEl>
                                        <p:attrNameLst>
                                          <p:attrName>ppt_y</p:attrName>
                                        </p:attrNameLst>
                                      </p:cBhvr>
                                      <p:tavLst>
                                        <p:tav>
                                          <p:val>
                                            <p:strVal val="0-#ppt_h/2"/>
                                          </p:val>
                                        </p:tav>
                                        <p:tav tm="100000">
                                          <p:val>
                                            <p:strVal val="#ppt_y"/>
                                          </p:val>
                                        </p:tav>
                                      </p:tavLst>
                                    </p:anim>
                                  </p:childTnLst>
                                </p:cTn>
                              </p:par>
                              <p:par>
                                <p:cTn id="557" presetID="2" presetClass="entr" fill="hold" nodeType="withEffect" presetSubtype="9">
                                  <p:stCondLst>
                                    <p:cond delay="0"/>
                                  </p:stCondLst>
                                  <p:childTnLst>
                                    <p:set>
                                      <p:cBhvr>
                                        <p:cTn id="558" dur="1" fill="hold">
                                          <p:stCondLst>
                                            <p:cond delay="0"/>
                                          </p:stCondLst>
                                        </p:cTn>
                                        <p:tgtEl>
                                          <p:spTgt spid="199"/>
                                        </p:tgtEl>
                                        <p:attrNameLst>
                                          <p:attrName>style.visibility</p:attrName>
                                        </p:attrNameLst>
                                      </p:cBhvr>
                                      <p:to>
                                        <p:strVal val="visible"/>
                                      </p:to>
                                    </p:set>
                                    <p:anim calcmode="lin" valueType="num">
                                      <p:cBhvr additive="repl">
                                        <p:cTn id="559" dur="500" fill="hold"/>
                                        <p:tgtEl>
                                          <p:spTgt spid="199"/>
                                        </p:tgtEl>
                                        <p:attrNameLst>
                                          <p:attrName>ppt_x</p:attrName>
                                        </p:attrNameLst>
                                      </p:cBhvr>
                                      <p:tavLst>
                                        <p:tav>
                                          <p:val>
                                            <p:strVal val="0-#ppt_w/2"/>
                                          </p:val>
                                        </p:tav>
                                        <p:tav tm="100000">
                                          <p:val>
                                            <p:strVal val="#ppt_x"/>
                                          </p:val>
                                        </p:tav>
                                      </p:tavLst>
                                    </p:anim>
                                    <p:anim calcmode="lin" valueType="num">
                                      <p:cBhvr additive="repl">
                                        <p:cTn id="560" dur="500" fill="hold"/>
                                        <p:tgtEl>
                                          <p:spTgt spid="199"/>
                                        </p:tgtEl>
                                        <p:attrNameLst>
                                          <p:attrName>ppt_y</p:attrName>
                                        </p:attrNameLst>
                                      </p:cBhvr>
                                      <p:tavLst>
                                        <p:tav>
                                          <p:val>
                                            <p:strVal val="0-#ppt_h/2"/>
                                          </p:val>
                                        </p:tav>
                                        <p:tav tm="100000">
                                          <p:val>
                                            <p:strVal val="#ppt_y"/>
                                          </p:val>
                                        </p:tav>
                                      </p:tavLst>
                                    </p:anim>
                                  </p:childTnLst>
                                </p:cTn>
                              </p:par>
                              <p:par>
                                <p:cTn id="561" presetID="2" presetClass="entr" fill="hold" nodeType="withEffect" presetSubtype="4">
                                  <p:stCondLst>
                                    <p:cond delay="0"/>
                                  </p:stCondLst>
                                  <p:childTnLst>
                                    <p:set>
                                      <p:cBhvr>
                                        <p:cTn id="562" dur="1" fill="hold">
                                          <p:stCondLst>
                                            <p:cond delay="0"/>
                                          </p:stCondLst>
                                        </p:cTn>
                                        <p:tgtEl>
                                          <p:spTgt spid="189"/>
                                        </p:tgtEl>
                                        <p:attrNameLst>
                                          <p:attrName>style.visibility</p:attrName>
                                        </p:attrNameLst>
                                      </p:cBhvr>
                                      <p:to>
                                        <p:strVal val="visible"/>
                                      </p:to>
                                    </p:set>
                                    <p:anim calcmode="lin" valueType="num">
                                      <p:cBhvr additive="repl">
                                        <p:cTn id="563" dur="500" fill="hold"/>
                                        <p:tgtEl>
                                          <p:spTgt spid="189"/>
                                        </p:tgtEl>
                                        <p:attrNameLst>
                                          <p:attrName>ppt_x</p:attrName>
                                        </p:attrNameLst>
                                      </p:cBhvr>
                                      <p:tavLst>
                                        <p:tav>
                                          <p:val>
                                            <p:strVal val="#ppt_x"/>
                                          </p:val>
                                        </p:tav>
                                        <p:tav tm="100000">
                                          <p:val>
                                            <p:strVal val="#ppt_x"/>
                                          </p:val>
                                        </p:tav>
                                      </p:tavLst>
                                    </p:anim>
                                    <p:anim calcmode="lin" valueType="num">
                                      <p:cBhvr additive="repl">
                                        <p:cTn id="564" dur="500" fill="hold"/>
                                        <p:tgtEl>
                                          <p:spTgt spid="189"/>
                                        </p:tgtEl>
                                        <p:attrNameLst>
                                          <p:attrName>ppt_y</p:attrName>
                                        </p:attrNameLst>
                                      </p:cBhvr>
                                      <p:tavLst>
                                        <p:tav>
                                          <p:val>
                                            <p:strVal val="1+#ppt_h/2"/>
                                          </p:val>
                                        </p:tav>
                                        <p:tav tm="100000">
                                          <p:val>
                                            <p:strVal val="#ppt_y"/>
                                          </p:val>
                                        </p:tav>
                                      </p:tavLst>
                                    </p:anim>
                                  </p:childTnLst>
                                </p:cTn>
                              </p:par>
                            </p:childTnLst>
                          </p:cTn>
                        </p:par>
                        <p:par>
                          <p:cTn id="565" fill="hold">
                            <p:stCondLst>
                              <p:cond delay="1500"/>
                            </p:stCondLst>
                            <p:childTnLst>
                              <p:par>
                                <p:cTn id="566" presetID="2" presetClass="entr" fill="hold" nodeType="afterEffect" presetSubtype="4">
                                  <p:stCondLst>
                                    <p:cond delay="0"/>
                                  </p:stCondLst>
                                  <p:childTnLst>
                                    <p:set>
                                      <p:cBhvr>
                                        <p:cTn id="567" dur="1" fill="hold">
                                          <p:stCondLst>
                                            <p:cond delay="0"/>
                                          </p:stCondLst>
                                        </p:cTn>
                                        <p:tgtEl>
                                          <p:spTgt spid="193"/>
                                        </p:tgtEl>
                                        <p:attrNameLst>
                                          <p:attrName>style.visibility</p:attrName>
                                        </p:attrNameLst>
                                      </p:cBhvr>
                                      <p:to>
                                        <p:strVal val="visible"/>
                                      </p:to>
                                    </p:set>
                                    <p:anim calcmode="lin" valueType="num">
                                      <p:cBhvr additive="repl">
                                        <p:cTn id="568" dur="500" fill="hold"/>
                                        <p:tgtEl>
                                          <p:spTgt spid="193"/>
                                        </p:tgtEl>
                                        <p:attrNameLst>
                                          <p:attrName>ppt_x</p:attrName>
                                        </p:attrNameLst>
                                      </p:cBhvr>
                                      <p:tavLst>
                                        <p:tav>
                                          <p:val>
                                            <p:strVal val="#ppt_x"/>
                                          </p:val>
                                        </p:tav>
                                        <p:tav tm="100000">
                                          <p:val>
                                            <p:strVal val="#ppt_x"/>
                                          </p:val>
                                        </p:tav>
                                      </p:tavLst>
                                    </p:anim>
                                    <p:anim calcmode="lin" valueType="num">
                                      <p:cBhvr additive="repl">
                                        <p:cTn id="569" dur="500" fill="hold"/>
                                        <p:tgtEl>
                                          <p:spTgt spid="193"/>
                                        </p:tgtEl>
                                        <p:attrNameLst>
                                          <p:attrName>ppt_y</p:attrName>
                                        </p:attrNameLst>
                                      </p:cBhvr>
                                      <p:tavLst>
                                        <p:tav>
                                          <p:val>
                                            <p:strVal val="1+#ppt_h/2"/>
                                          </p:val>
                                        </p:tav>
                                        <p:tav tm="100000">
                                          <p:val>
                                            <p:strVal val="#ppt_y"/>
                                          </p:val>
                                        </p:tav>
                                      </p:tavLst>
                                    </p:anim>
                                  </p:childTnLst>
                                </p:cTn>
                              </p:par>
                              <p:par>
                                <p:cTn id="570" presetID="2" presetClass="entr" fill="hold" nodeType="withEffect" presetSubtype="1">
                                  <p:stCondLst>
                                    <p:cond delay="0"/>
                                  </p:stCondLst>
                                  <p:childTnLst>
                                    <p:set>
                                      <p:cBhvr>
                                        <p:cTn id="571" dur="1" fill="hold">
                                          <p:stCondLst>
                                            <p:cond delay="0"/>
                                          </p:stCondLst>
                                        </p:cTn>
                                        <p:tgtEl>
                                          <p:spTgt spid="200"/>
                                        </p:tgtEl>
                                        <p:attrNameLst>
                                          <p:attrName>style.visibility</p:attrName>
                                        </p:attrNameLst>
                                      </p:cBhvr>
                                      <p:to>
                                        <p:strVal val="visible"/>
                                      </p:to>
                                    </p:set>
                                    <p:anim calcmode="lin" valueType="num">
                                      <p:cBhvr additive="repl">
                                        <p:cTn id="572" dur="500" fill="hold"/>
                                        <p:tgtEl>
                                          <p:spTgt spid="200"/>
                                        </p:tgtEl>
                                        <p:attrNameLst>
                                          <p:attrName>ppt_x</p:attrName>
                                        </p:attrNameLst>
                                      </p:cBhvr>
                                      <p:tavLst>
                                        <p:tav>
                                          <p:val>
                                            <p:strVal val="#ppt_x"/>
                                          </p:val>
                                        </p:tav>
                                        <p:tav tm="100000">
                                          <p:val>
                                            <p:strVal val="#ppt_x"/>
                                          </p:val>
                                        </p:tav>
                                      </p:tavLst>
                                    </p:anim>
                                    <p:anim calcmode="lin" valueType="num">
                                      <p:cBhvr additive="repl">
                                        <p:cTn id="573" dur="500" fill="hold"/>
                                        <p:tgtEl>
                                          <p:spTgt spid="200"/>
                                        </p:tgtEl>
                                        <p:attrNameLst>
                                          <p:attrName>ppt_y</p:attrName>
                                        </p:attrNameLst>
                                      </p:cBhvr>
                                      <p:tavLst>
                                        <p:tav>
                                          <p:val>
                                            <p:strVal val="0-#ppt_h/2"/>
                                          </p:val>
                                        </p:tav>
                                        <p:tav tm="100000">
                                          <p:val>
                                            <p:strVal val="#ppt_y"/>
                                          </p:val>
                                        </p:tav>
                                      </p:tavLst>
                                    </p:anim>
                                  </p:childTnLst>
                                </p:cTn>
                              </p:par>
                              <p:par>
                                <p:cTn id="574" presetID="2" presetClass="entr" fill="hold" nodeType="withEffect" presetSubtype="6">
                                  <p:stCondLst>
                                    <p:cond delay="0"/>
                                  </p:stCondLst>
                                  <p:childTnLst>
                                    <p:set>
                                      <p:cBhvr>
                                        <p:cTn id="575" dur="1" fill="hold">
                                          <p:stCondLst>
                                            <p:cond delay="0"/>
                                          </p:stCondLst>
                                        </p:cTn>
                                        <p:tgtEl>
                                          <p:spTgt spid="201"/>
                                        </p:tgtEl>
                                        <p:attrNameLst>
                                          <p:attrName>style.visibility</p:attrName>
                                        </p:attrNameLst>
                                      </p:cBhvr>
                                      <p:to>
                                        <p:strVal val="visible"/>
                                      </p:to>
                                    </p:set>
                                    <p:anim calcmode="lin" valueType="num">
                                      <p:cBhvr additive="repl">
                                        <p:cTn id="576" dur="500" fill="hold"/>
                                        <p:tgtEl>
                                          <p:spTgt spid="201"/>
                                        </p:tgtEl>
                                        <p:attrNameLst>
                                          <p:attrName>ppt_x</p:attrName>
                                        </p:attrNameLst>
                                      </p:cBhvr>
                                      <p:tavLst>
                                        <p:tav>
                                          <p:val>
                                            <p:strVal val="1+#ppt_w/2"/>
                                          </p:val>
                                        </p:tav>
                                        <p:tav tm="100000">
                                          <p:val>
                                            <p:strVal val="#ppt_x"/>
                                          </p:val>
                                        </p:tav>
                                      </p:tavLst>
                                    </p:anim>
                                    <p:anim calcmode="lin" valueType="num">
                                      <p:cBhvr additive="repl">
                                        <p:cTn id="577" dur="500" fill="hold"/>
                                        <p:tgtEl>
                                          <p:spTgt spid="201"/>
                                        </p:tgtEl>
                                        <p:attrNameLst>
                                          <p:attrName>ppt_y</p:attrName>
                                        </p:attrNameLst>
                                      </p:cBhvr>
                                      <p:tavLst>
                                        <p:tav>
                                          <p:val>
                                            <p:strVal val="1+#ppt_h/2"/>
                                          </p:val>
                                        </p:tav>
                                        <p:tav tm="100000">
                                          <p:val>
                                            <p:strVal val="#ppt_y"/>
                                          </p:val>
                                        </p:tav>
                                      </p:tavLst>
                                    </p:anim>
                                  </p:childTnLst>
                                </p:cTn>
                              </p:par>
                              <p:par>
                                <p:cTn id="578" presetID="2" presetClass="entr" fill="hold" nodeType="withEffect" presetSubtype="4">
                                  <p:stCondLst>
                                    <p:cond delay="0"/>
                                  </p:stCondLst>
                                  <p:childTnLst>
                                    <p:set>
                                      <p:cBhvr>
                                        <p:cTn id="579" dur="1" fill="hold">
                                          <p:stCondLst>
                                            <p:cond delay="0"/>
                                          </p:stCondLst>
                                        </p:cTn>
                                        <p:tgtEl>
                                          <p:spTgt spid="190"/>
                                        </p:tgtEl>
                                        <p:attrNameLst>
                                          <p:attrName>style.visibility</p:attrName>
                                        </p:attrNameLst>
                                      </p:cBhvr>
                                      <p:to>
                                        <p:strVal val="visible"/>
                                      </p:to>
                                    </p:set>
                                    <p:anim calcmode="lin" valueType="num">
                                      <p:cBhvr additive="repl">
                                        <p:cTn id="580" dur="500" fill="hold"/>
                                        <p:tgtEl>
                                          <p:spTgt spid="190"/>
                                        </p:tgtEl>
                                        <p:attrNameLst>
                                          <p:attrName>ppt_x</p:attrName>
                                        </p:attrNameLst>
                                      </p:cBhvr>
                                      <p:tavLst>
                                        <p:tav>
                                          <p:val>
                                            <p:strVal val="#ppt_x"/>
                                          </p:val>
                                        </p:tav>
                                        <p:tav tm="100000">
                                          <p:val>
                                            <p:strVal val="#ppt_x"/>
                                          </p:val>
                                        </p:tav>
                                      </p:tavLst>
                                    </p:anim>
                                    <p:anim calcmode="lin" valueType="num">
                                      <p:cBhvr additive="repl">
                                        <p:cTn id="581" dur="500" fill="hold"/>
                                        <p:tgtEl>
                                          <p:spTgt spid="190"/>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202" name="Picture 1" descr="image.png"/>
          <p:cNvPicPr/>
          <p:nvPr/>
        </p:nvPicPr>
        <p:blipFill>
          <a:blip r:embed="rId1"/>
          <a:stretch/>
        </p:blipFill>
        <p:spPr>
          <a:xfrm>
            <a:off x="0" y="0"/>
            <a:ext cx="12191040" cy="6856920"/>
          </a:xfrm>
          <a:prstGeom prst="rect">
            <a:avLst/>
          </a:prstGeom>
          <a:noFill/>
          <a:ln w="0">
            <a:noFill/>
          </a:ln>
        </p:spPr>
      </p:pic>
      <p:sp>
        <p:nvSpPr>
          <p:cNvPr id="203" name="Rounded Rectangle 2"/>
          <p:cNvSpPr/>
          <p:nvPr/>
        </p:nvSpPr>
        <p:spPr>
          <a:xfrm>
            <a:off x="609480" y="1563840"/>
            <a:ext cx="10971720" cy="1715400"/>
          </a:xfrm>
          <a:prstGeom prst="roundRect">
            <a:avLst>
              <a:gd name="adj" fmla="val 13016"/>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04" name="Rounded Rectangle 3"/>
          <p:cNvSpPr/>
          <p:nvPr/>
        </p:nvSpPr>
        <p:spPr>
          <a:xfrm>
            <a:off x="609480" y="3432960"/>
            <a:ext cx="10971720" cy="1644840"/>
          </a:xfrm>
          <a:prstGeom prst="roundRect">
            <a:avLst>
              <a:gd name="adj" fmla="val 13016"/>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05" name="Rounded Rectangle 4"/>
          <p:cNvSpPr/>
          <p:nvPr/>
        </p:nvSpPr>
        <p:spPr>
          <a:xfrm>
            <a:off x="632880" y="5196960"/>
            <a:ext cx="10971720" cy="1542240"/>
          </a:xfrm>
          <a:prstGeom prst="roundRect">
            <a:avLst>
              <a:gd name="adj" fmla="val 13016"/>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06" name="TextBox 5"/>
          <p:cNvSpPr/>
          <p:nvPr/>
        </p:nvSpPr>
        <p:spPr>
          <a:xfrm>
            <a:off x="609480" y="533520"/>
            <a:ext cx="11581200" cy="19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1" u="none" strike="noStrike">
                <a:solidFill>
                  <a:srgbClr val="BE185D"/>
                </a:solidFill>
                <a:effectLst/>
                <a:uFillTx/>
                <a:latin typeface="Times New Roman"/>
              </a:rPr>
              <a:t>GIẢI ĐÁP THẢO LUẬN</a:t>
            </a:r>
            <a:endParaRPr lang="vi-VN" sz="1350" b="0" u="none" strike="noStrike">
              <a:solidFill>
                <a:srgbClr val="000000"/>
              </a:solidFill>
              <a:effectLst/>
              <a:uFillTx/>
              <a:latin typeface="Arial"/>
            </a:endParaRPr>
          </a:p>
        </p:txBody>
      </p:sp>
      <p:sp>
        <p:nvSpPr>
          <p:cNvPr id="207" name="TextBox 6"/>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TRẢ LỜI CÁC CÂU HỎI THẢO LUẬN</a:t>
            </a:r>
            <a:endParaRPr lang="vi-VN" sz="2700" b="0" u="none" strike="noStrike">
              <a:solidFill>
                <a:srgbClr val="000000"/>
              </a:solidFill>
              <a:effectLst/>
              <a:uFillTx/>
              <a:latin typeface="Arial"/>
            </a:endParaRPr>
          </a:p>
        </p:txBody>
      </p:sp>
      <p:sp>
        <p:nvSpPr>
          <p:cNvPr id="208" name="TextBox 7"/>
          <p:cNvSpPr/>
          <p:nvPr/>
        </p:nvSpPr>
        <p:spPr>
          <a:xfrm>
            <a:off x="838080" y="1897560"/>
            <a:ext cx="500220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A21CAF"/>
                </a:solidFill>
                <a:effectLst/>
                <a:uFillTx/>
                <a:latin typeface="Times New Roman"/>
              </a:rPr>
              <a:t>Trả lời Câu hỏi 1: Ranh giới của Khoan Dung</a:t>
            </a:r>
            <a:endParaRPr lang="vi-VN" sz="2000" b="0" u="none" strike="noStrike">
              <a:solidFill>
                <a:srgbClr val="000000"/>
              </a:solidFill>
              <a:effectLst/>
              <a:uFillTx/>
              <a:latin typeface="Arial"/>
            </a:endParaRPr>
          </a:p>
        </p:txBody>
      </p:sp>
      <p:sp>
        <p:nvSpPr>
          <p:cNvPr id="209" name="TextBox 8"/>
          <p:cNvSpPr/>
          <p:nvPr/>
        </p:nvSpPr>
        <p:spPr>
          <a:xfrm>
            <a:off x="814680" y="2336760"/>
            <a:ext cx="10561320" cy="48636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1600" b="0" u="none" strike="noStrike">
                <a:solidFill>
                  <a:srgbClr val="475569"/>
                </a:solidFill>
                <a:effectLst/>
                <a:uFillTx/>
                <a:latin typeface="Times New Roman"/>
              </a:rPr>
              <a:t>Khoan dung chấp nhận sự đa dạng về quan điểm nhưng không bao che cho các hành vi xâm phạm quyền con người hay phá hoại trật tự pháp luật.</a:t>
            </a:r>
            <a:endParaRPr lang="vi-VN" sz="1600" b="0" u="none" strike="noStrike">
              <a:solidFill>
                <a:srgbClr val="000000"/>
              </a:solidFill>
              <a:effectLst/>
              <a:uFillTx/>
              <a:latin typeface="Arial"/>
            </a:endParaRPr>
          </a:p>
        </p:txBody>
      </p:sp>
      <p:sp>
        <p:nvSpPr>
          <p:cNvPr id="210" name="TextBox 9"/>
          <p:cNvSpPr/>
          <p:nvPr/>
        </p:nvSpPr>
        <p:spPr>
          <a:xfrm>
            <a:off x="838080" y="3623400"/>
            <a:ext cx="655272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7E22CE"/>
                </a:solidFill>
                <a:effectLst/>
                <a:uFillTx/>
                <a:latin typeface="Times New Roman"/>
              </a:rPr>
              <a:t>Trả lời Câu hỏi 2: Mức độ nguy hiểm của Bạo lực Tinh thần</a:t>
            </a:r>
            <a:endParaRPr lang="vi-VN" sz="2000" b="0" u="none" strike="noStrike">
              <a:solidFill>
                <a:srgbClr val="000000"/>
              </a:solidFill>
              <a:effectLst/>
              <a:uFillTx/>
              <a:latin typeface="Arial"/>
            </a:endParaRPr>
          </a:p>
        </p:txBody>
      </p:sp>
      <p:sp>
        <p:nvSpPr>
          <p:cNvPr id="211" name="TextBox 10"/>
          <p:cNvSpPr/>
          <p:nvPr/>
        </p:nvSpPr>
        <p:spPr>
          <a:xfrm>
            <a:off x="838080" y="4025520"/>
            <a:ext cx="10537920" cy="48636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1600" b="0" u="none" strike="noStrike">
                <a:solidFill>
                  <a:srgbClr val="475569"/>
                </a:solidFill>
                <a:effectLst/>
                <a:uFillTx/>
                <a:latin typeface="Times New Roman"/>
              </a:rPr>
              <a:t>Bạo lực tinh thần làm xói mòn lòng tin, gây tổn thương tâm lý lâu dài và triệt tiêu động lực tham gia đóng góp của cá nhân vào nền dân chủ.</a:t>
            </a:r>
            <a:endParaRPr lang="vi-VN" sz="1600" b="0" u="none" strike="noStrike">
              <a:solidFill>
                <a:srgbClr val="000000"/>
              </a:solidFill>
              <a:effectLst/>
              <a:uFillTx/>
              <a:latin typeface="Arial"/>
            </a:endParaRPr>
          </a:p>
        </p:txBody>
      </p:sp>
      <p:sp>
        <p:nvSpPr>
          <p:cNvPr id="212" name="TextBox 11"/>
          <p:cNvSpPr/>
          <p:nvPr/>
        </p:nvSpPr>
        <p:spPr>
          <a:xfrm>
            <a:off x="887040" y="5363640"/>
            <a:ext cx="490464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BE185D"/>
                </a:solidFill>
                <a:effectLst/>
                <a:uFillTx/>
                <a:latin typeface="Times New Roman"/>
              </a:rPr>
              <a:t>Trả lời Câu hỏi 3: Tác động của Mạng xã hội</a:t>
            </a:r>
            <a:endParaRPr lang="vi-VN" sz="2000" b="0" u="none" strike="noStrike">
              <a:solidFill>
                <a:srgbClr val="000000"/>
              </a:solidFill>
              <a:effectLst/>
              <a:uFillTx/>
              <a:latin typeface="Arial"/>
            </a:endParaRPr>
          </a:p>
        </p:txBody>
      </p:sp>
      <p:sp>
        <p:nvSpPr>
          <p:cNvPr id="213" name="TextBox 12"/>
          <p:cNvSpPr/>
          <p:nvPr/>
        </p:nvSpPr>
        <p:spPr>
          <a:xfrm>
            <a:off x="887040" y="5822280"/>
            <a:ext cx="10537920" cy="486360"/>
          </a:xfrm>
          <a:prstGeom prst="rect">
            <a:avLst/>
          </a:prstGeom>
          <a:noFill/>
          <a:ln w="0">
            <a:noFill/>
          </a:ln>
        </p:spPr>
        <p:style>
          <a:lnRef idx="0"/>
          <a:fillRef idx="0"/>
          <a:effectRef idx="0"/>
          <a:fontRef idx="minor"/>
        </p:style>
        <p:txBody>
          <a:bodyPr lIns="0" tIns="0" rIns="0" bIns="0" anchor="t">
            <a:spAutoFit/>
          </a:bodyPr>
          <a:p>
            <a:pPr defTabSz="457200">
              <a:lnSpc>
                <a:spcPts val="1888"/>
              </a:lnSpc>
            </a:pPr>
            <a:r>
              <a:rPr lang="en-US" sz="1600" b="0" u="none" strike="noStrike">
                <a:solidFill>
                  <a:srgbClr val="475569"/>
                </a:solidFill>
                <a:effectLst/>
                <a:uFillTx/>
                <a:latin typeface="Times New Roman"/>
              </a:rPr>
              <a:t>Mạng xã hội vừa tạo cơ hội kết nối vừa dễ trở thành "buồng vang" khuếch đại cực đoan nếu người dùng thiếu tư duy phản biện văn minh.</a:t>
            </a:r>
            <a:endParaRPr lang="vi-VN" sz="1600" b="0" u="none" strike="noStrike">
              <a:solidFill>
                <a:srgbClr val="000000"/>
              </a:solidFill>
              <a:effectLst/>
              <a:uFillTx/>
              <a:latin typeface="Arial"/>
            </a:endParaRPr>
          </a:p>
        </p:txBody>
      </p:sp>
    </p:spTree>
  </p:cSld>
  <mc:AlternateContent>
    <mc:Choice Requires="p14">
      <p:transition spd="slow" p14:dur="1400"/>
    </mc:Choice>
    <mc:Fallback>
      <p:transition spd="slow"/>
    </mc:Fallback>
  </mc:AlternateContent>
  <p:timing>
    <p:tnLst>
      <p:par>
        <p:cTn id="582" dur="indefinite" restart="never" nodeType="tmRoot">
          <p:childTnLst>
            <p:seq>
              <p:cTn id="583" dur="indefinite" nodeType="mainSeq">
                <p:childTnLst>
                  <p:par>
                    <p:cTn id="584" fill="hold">
                      <p:stCondLst>
                        <p:cond delay="0"/>
                      </p:stCondLst>
                      <p:childTnLst>
                        <p:par>
                          <p:cTn id="585" fill="hold">
                            <p:stCondLst>
                              <p:cond delay="0"/>
                            </p:stCondLst>
                            <p:childTnLst>
                              <p:par>
                                <p:cTn id="586" presetID="2" presetClass="entr" fill="hold" nodeType="afterEffect" presetSubtype="1">
                                  <p:stCondLst>
                                    <p:cond delay="0"/>
                                  </p:stCondLst>
                                  <p:childTnLst>
                                    <p:set>
                                      <p:cBhvr>
                                        <p:cTn id="587" dur="1" fill="hold">
                                          <p:stCondLst>
                                            <p:cond delay="0"/>
                                          </p:stCondLst>
                                        </p:cTn>
                                        <p:tgtEl>
                                          <p:spTgt spid="206"/>
                                        </p:tgtEl>
                                        <p:attrNameLst>
                                          <p:attrName>style.visibility</p:attrName>
                                        </p:attrNameLst>
                                      </p:cBhvr>
                                      <p:to>
                                        <p:strVal val="visible"/>
                                      </p:to>
                                    </p:set>
                                    <p:anim calcmode="lin" valueType="num">
                                      <p:cBhvr additive="repl">
                                        <p:cTn id="588" dur="500" fill="hold"/>
                                        <p:tgtEl>
                                          <p:spTgt spid="206"/>
                                        </p:tgtEl>
                                        <p:attrNameLst>
                                          <p:attrName>ppt_x</p:attrName>
                                        </p:attrNameLst>
                                      </p:cBhvr>
                                      <p:tavLst>
                                        <p:tav>
                                          <p:val>
                                            <p:strVal val="#ppt_x"/>
                                          </p:val>
                                        </p:tav>
                                        <p:tav tm="100000">
                                          <p:val>
                                            <p:strVal val="#ppt_x"/>
                                          </p:val>
                                        </p:tav>
                                      </p:tavLst>
                                    </p:anim>
                                    <p:anim calcmode="lin" valueType="num">
                                      <p:cBhvr additive="repl">
                                        <p:cTn id="589" dur="500" fill="hold"/>
                                        <p:tgtEl>
                                          <p:spTgt spid="206"/>
                                        </p:tgtEl>
                                        <p:attrNameLst>
                                          <p:attrName>ppt_y</p:attrName>
                                        </p:attrNameLst>
                                      </p:cBhvr>
                                      <p:tavLst>
                                        <p:tav>
                                          <p:val>
                                            <p:strVal val="0-#ppt_h/2"/>
                                          </p:val>
                                        </p:tav>
                                        <p:tav tm="100000">
                                          <p:val>
                                            <p:strVal val="#ppt_y"/>
                                          </p:val>
                                        </p:tav>
                                      </p:tavLst>
                                    </p:anim>
                                  </p:childTnLst>
                                </p:cTn>
                              </p:par>
                              <p:par>
                                <p:cTn id="590" presetID="2" presetClass="entr" fill="hold" nodeType="withEffect" presetSubtype="4">
                                  <p:stCondLst>
                                    <p:cond delay="0"/>
                                  </p:stCondLst>
                                  <p:childTnLst>
                                    <p:set>
                                      <p:cBhvr>
                                        <p:cTn id="591" dur="1" fill="hold">
                                          <p:stCondLst>
                                            <p:cond delay="0"/>
                                          </p:stCondLst>
                                        </p:cTn>
                                        <p:tgtEl>
                                          <p:spTgt spid="207"/>
                                        </p:tgtEl>
                                        <p:attrNameLst>
                                          <p:attrName>style.visibility</p:attrName>
                                        </p:attrNameLst>
                                      </p:cBhvr>
                                      <p:to>
                                        <p:strVal val="visible"/>
                                      </p:to>
                                    </p:set>
                                    <p:anim calcmode="lin" valueType="num">
                                      <p:cBhvr additive="repl">
                                        <p:cTn id="592" dur="500" fill="hold"/>
                                        <p:tgtEl>
                                          <p:spTgt spid="207"/>
                                        </p:tgtEl>
                                        <p:attrNameLst>
                                          <p:attrName>ppt_x</p:attrName>
                                        </p:attrNameLst>
                                      </p:cBhvr>
                                      <p:tavLst>
                                        <p:tav>
                                          <p:val>
                                            <p:strVal val="#ppt_x"/>
                                          </p:val>
                                        </p:tav>
                                        <p:tav tm="100000">
                                          <p:val>
                                            <p:strVal val="#ppt_x"/>
                                          </p:val>
                                        </p:tav>
                                      </p:tavLst>
                                    </p:anim>
                                    <p:anim calcmode="lin" valueType="num">
                                      <p:cBhvr additive="repl">
                                        <p:cTn id="593" dur="500" fill="hold"/>
                                        <p:tgtEl>
                                          <p:spTgt spid="207"/>
                                        </p:tgtEl>
                                        <p:attrNameLst>
                                          <p:attrName>ppt_y</p:attrName>
                                        </p:attrNameLst>
                                      </p:cBhvr>
                                      <p:tavLst>
                                        <p:tav>
                                          <p:val>
                                            <p:strVal val="1+#ppt_h/2"/>
                                          </p:val>
                                        </p:tav>
                                        <p:tav tm="100000">
                                          <p:val>
                                            <p:strVal val="#ppt_y"/>
                                          </p:val>
                                        </p:tav>
                                      </p:tavLst>
                                    </p:anim>
                                  </p:childTnLst>
                                </p:cTn>
                              </p:par>
                            </p:childTnLst>
                          </p:cTn>
                        </p:par>
                        <p:par>
                          <p:cTn id="594" fill="hold">
                            <p:stCondLst>
                              <p:cond delay="500"/>
                            </p:stCondLst>
                            <p:childTnLst>
                              <p:par>
                                <p:cTn id="595" presetID="2" presetClass="entr" fill="hold" nodeType="afterEffect" presetSubtype="6">
                                  <p:stCondLst>
                                    <p:cond delay="0"/>
                                  </p:stCondLst>
                                  <p:childTnLst>
                                    <p:set>
                                      <p:cBhvr>
                                        <p:cTn id="596" dur="1" fill="hold">
                                          <p:stCondLst>
                                            <p:cond delay="0"/>
                                          </p:stCondLst>
                                        </p:cTn>
                                        <p:tgtEl>
                                          <p:spTgt spid="208"/>
                                        </p:tgtEl>
                                        <p:attrNameLst>
                                          <p:attrName>style.visibility</p:attrName>
                                        </p:attrNameLst>
                                      </p:cBhvr>
                                      <p:to>
                                        <p:strVal val="visible"/>
                                      </p:to>
                                    </p:set>
                                    <p:anim calcmode="lin" valueType="num">
                                      <p:cBhvr additive="repl">
                                        <p:cTn id="597" dur="500" fill="hold"/>
                                        <p:tgtEl>
                                          <p:spTgt spid="208"/>
                                        </p:tgtEl>
                                        <p:attrNameLst>
                                          <p:attrName>ppt_x</p:attrName>
                                        </p:attrNameLst>
                                      </p:cBhvr>
                                      <p:tavLst>
                                        <p:tav>
                                          <p:val>
                                            <p:strVal val="1+#ppt_w/2"/>
                                          </p:val>
                                        </p:tav>
                                        <p:tav tm="100000">
                                          <p:val>
                                            <p:strVal val="#ppt_x"/>
                                          </p:val>
                                        </p:tav>
                                      </p:tavLst>
                                    </p:anim>
                                    <p:anim calcmode="lin" valueType="num">
                                      <p:cBhvr additive="repl">
                                        <p:cTn id="598" dur="500" fill="hold"/>
                                        <p:tgtEl>
                                          <p:spTgt spid="208"/>
                                        </p:tgtEl>
                                        <p:attrNameLst>
                                          <p:attrName>ppt_y</p:attrName>
                                        </p:attrNameLst>
                                      </p:cBhvr>
                                      <p:tavLst>
                                        <p:tav>
                                          <p:val>
                                            <p:strVal val="1+#ppt_h/2"/>
                                          </p:val>
                                        </p:tav>
                                        <p:tav tm="100000">
                                          <p:val>
                                            <p:strVal val="#ppt_y"/>
                                          </p:val>
                                        </p:tav>
                                      </p:tavLst>
                                    </p:anim>
                                  </p:childTnLst>
                                </p:cTn>
                              </p:par>
                              <p:par>
                                <p:cTn id="599" presetID="2" presetClass="entr" fill="hold" nodeType="withEffect" presetSubtype="9">
                                  <p:stCondLst>
                                    <p:cond delay="0"/>
                                  </p:stCondLst>
                                  <p:childTnLst>
                                    <p:set>
                                      <p:cBhvr>
                                        <p:cTn id="600" dur="1" fill="hold">
                                          <p:stCondLst>
                                            <p:cond delay="0"/>
                                          </p:stCondLst>
                                        </p:cTn>
                                        <p:tgtEl>
                                          <p:spTgt spid="209"/>
                                        </p:tgtEl>
                                        <p:attrNameLst>
                                          <p:attrName>style.visibility</p:attrName>
                                        </p:attrNameLst>
                                      </p:cBhvr>
                                      <p:to>
                                        <p:strVal val="visible"/>
                                      </p:to>
                                    </p:set>
                                    <p:anim calcmode="lin" valueType="num">
                                      <p:cBhvr additive="repl">
                                        <p:cTn id="601" dur="500" fill="hold"/>
                                        <p:tgtEl>
                                          <p:spTgt spid="209"/>
                                        </p:tgtEl>
                                        <p:attrNameLst>
                                          <p:attrName>ppt_x</p:attrName>
                                        </p:attrNameLst>
                                      </p:cBhvr>
                                      <p:tavLst>
                                        <p:tav>
                                          <p:val>
                                            <p:strVal val="0-#ppt_w/2"/>
                                          </p:val>
                                        </p:tav>
                                        <p:tav tm="100000">
                                          <p:val>
                                            <p:strVal val="#ppt_x"/>
                                          </p:val>
                                        </p:tav>
                                      </p:tavLst>
                                    </p:anim>
                                    <p:anim calcmode="lin" valueType="num">
                                      <p:cBhvr additive="repl">
                                        <p:cTn id="602" dur="500" fill="hold"/>
                                        <p:tgtEl>
                                          <p:spTgt spid="209"/>
                                        </p:tgtEl>
                                        <p:attrNameLst>
                                          <p:attrName>ppt_y</p:attrName>
                                        </p:attrNameLst>
                                      </p:cBhvr>
                                      <p:tavLst>
                                        <p:tav>
                                          <p:val>
                                            <p:strVal val="0-#ppt_h/2"/>
                                          </p:val>
                                        </p:tav>
                                        <p:tav tm="100000">
                                          <p:val>
                                            <p:strVal val="#ppt_y"/>
                                          </p:val>
                                        </p:tav>
                                      </p:tavLst>
                                    </p:anim>
                                  </p:childTnLst>
                                </p:cTn>
                              </p:par>
                              <p:par>
                                <p:cTn id="603" presetID="2" presetClass="entr" fill="hold" nodeType="withEffect" presetSubtype="4">
                                  <p:stCondLst>
                                    <p:cond delay="0"/>
                                  </p:stCondLst>
                                  <p:childTnLst>
                                    <p:set>
                                      <p:cBhvr>
                                        <p:cTn id="604" dur="1" fill="hold">
                                          <p:stCondLst>
                                            <p:cond delay="0"/>
                                          </p:stCondLst>
                                        </p:cTn>
                                        <p:tgtEl>
                                          <p:spTgt spid="203"/>
                                        </p:tgtEl>
                                        <p:attrNameLst>
                                          <p:attrName>style.visibility</p:attrName>
                                        </p:attrNameLst>
                                      </p:cBhvr>
                                      <p:to>
                                        <p:strVal val="visible"/>
                                      </p:to>
                                    </p:set>
                                    <p:anim calcmode="lin" valueType="num">
                                      <p:cBhvr additive="repl">
                                        <p:cTn id="605" dur="500" fill="hold"/>
                                        <p:tgtEl>
                                          <p:spTgt spid="203"/>
                                        </p:tgtEl>
                                        <p:attrNameLst>
                                          <p:attrName>ppt_x</p:attrName>
                                        </p:attrNameLst>
                                      </p:cBhvr>
                                      <p:tavLst>
                                        <p:tav>
                                          <p:val>
                                            <p:strVal val="#ppt_x"/>
                                          </p:val>
                                        </p:tav>
                                        <p:tav tm="100000">
                                          <p:val>
                                            <p:strVal val="#ppt_x"/>
                                          </p:val>
                                        </p:tav>
                                      </p:tavLst>
                                    </p:anim>
                                    <p:anim calcmode="lin" valueType="num">
                                      <p:cBhvr additive="repl">
                                        <p:cTn id="606" dur="500" fill="hold"/>
                                        <p:tgtEl>
                                          <p:spTgt spid="203"/>
                                        </p:tgtEl>
                                        <p:attrNameLst>
                                          <p:attrName>ppt_y</p:attrName>
                                        </p:attrNameLst>
                                      </p:cBhvr>
                                      <p:tavLst>
                                        <p:tav>
                                          <p:val>
                                            <p:strVal val="1+#ppt_h/2"/>
                                          </p:val>
                                        </p:tav>
                                        <p:tav tm="100000">
                                          <p:val>
                                            <p:strVal val="#ppt_y"/>
                                          </p:val>
                                        </p:tav>
                                      </p:tavLst>
                                    </p:anim>
                                  </p:childTnLst>
                                </p:cTn>
                              </p:par>
                            </p:childTnLst>
                          </p:cTn>
                        </p:par>
                        <p:par>
                          <p:cTn id="607" fill="hold">
                            <p:stCondLst>
                              <p:cond delay="1000"/>
                            </p:stCondLst>
                            <p:childTnLst>
                              <p:par>
                                <p:cTn id="608" presetID="2" presetClass="entr" fill="hold" nodeType="afterEffect" presetSubtype="12">
                                  <p:stCondLst>
                                    <p:cond delay="0"/>
                                  </p:stCondLst>
                                  <p:childTnLst>
                                    <p:set>
                                      <p:cBhvr>
                                        <p:cTn id="609" dur="1" fill="hold">
                                          <p:stCondLst>
                                            <p:cond delay="0"/>
                                          </p:stCondLst>
                                        </p:cTn>
                                        <p:tgtEl>
                                          <p:spTgt spid="210"/>
                                        </p:tgtEl>
                                        <p:attrNameLst>
                                          <p:attrName>style.visibility</p:attrName>
                                        </p:attrNameLst>
                                      </p:cBhvr>
                                      <p:to>
                                        <p:strVal val="visible"/>
                                      </p:to>
                                    </p:set>
                                    <p:anim calcmode="lin" valueType="num">
                                      <p:cBhvr additive="repl">
                                        <p:cTn id="610" dur="500" fill="hold"/>
                                        <p:tgtEl>
                                          <p:spTgt spid="210"/>
                                        </p:tgtEl>
                                        <p:attrNameLst>
                                          <p:attrName>ppt_x</p:attrName>
                                        </p:attrNameLst>
                                      </p:cBhvr>
                                      <p:tavLst>
                                        <p:tav>
                                          <p:val>
                                            <p:strVal val="0-#ppt_w/2"/>
                                          </p:val>
                                        </p:tav>
                                        <p:tav tm="100000">
                                          <p:val>
                                            <p:strVal val="#ppt_x"/>
                                          </p:val>
                                        </p:tav>
                                      </p:tavLst>
                                    </p:anim>
                                    <p:anim calcmode="lin" valueType="num">
                                      <p:cBhvr additive="repl">
                                        <p:cTn id="611" dur="500" fill="hold"/>
                                        <p:tgtEl>
                                          <p:spTgt spid="210"/>
                                        </p:tgtEl>
                                        <p:attrNameLst>
                                          <p:attrName>ppt_y</p:attrName>
                                        </p:attrNameLst>
                                      </p:cBhvr>
                                      <p:tavLst>
                                        <p:tav>
                                          <p:val>
                                            <p:strVal val="1+#ppt_h/2"/>
                                          </p:val>
                                        </p:tav>
                                        <p:tav tm="100000">
                                          <p:val>
                                            <p:strVal val="#ppt_y"/>
                                          </p:val>
                                        </p:tav>
                                      </p:tavLst>
                                    </p:anim>
                                  </p:childTnLst>
                                </p:cTn>
                              </p:par>
                              <p:par>
                                <p:cTn id="612" presetID="2" presetClass="entr" fill="hold" nodeType="withEffect" presetSubtype="6">
                                  <p:stCondLst>
                                    <p:cond delay="0"/>
                                  </p:stCondLst>
                                  <p:childTnLst>
                                    <p:set>
                                      <p:cBhvr>
                                        <p:cTn id="613" dur="1" fill="hold">
                                          <p:stCondLst>
                                            <p:cond delay="0"/>
                                          </p:stCondLst>
                                        </p:cTn>
                                        <p:tgtEl>
                                          <p:spTgt spid="211"/>
                                        </p:tgtEl>
                                        <p:attrNameLst>
                                          <p:attrName>style.visibility</p:attrName>
                                        </p:attrNameLst>
                                      </p:cBhvr>
                                      <p:to>
                                        <p:strVal val="visible"/>
                                      </p:to>
                                    </p:set>
                                    <p:anim calcmode="lin" valueType="num">
                                      <p:cBhvr additive="repl">
                                        <p:cTn id="614" dur="500" fill="hold"/>
                                        <p:tgtEl>
                                          <p:spTgt spid="211"/>
                                        </p:tgtEl>
                                        <p:attrNameLst>
                                          <p:attrName>ppt_x</p:attrName>
                                        </p:attrNameLst>
                                      </p:cBhvr>
                                      <p:tavLst>
                                        <p:tav>
                                          <p:val>
                                            <p:strVal val="1+#ppt_w/2"/>
                                          </p:val>
                                        </p:tav>
                                        <p:tav tm="100000">
                                          <p:val>
                                            <p:strVal val="#ppt_x"/>
                                          </p:val>
                                        </p:tav>
                                      </p:tavLst>
                                    </p:anim>
                                    <p:anim calcmode="lin" valueType="num">
                                      <p:cBhvr additive="repl">
                                        <p:cTn id="615" dur="500" fill="hold"/>
                                        <p:tgtEl>
                                          <p:spTgt spid="211"/>
                                        </p:tgtEl>
                                        <p:attrNameLst>
                                          <p:attrName>ppt_y</p:attrName>
                                        </p:attrNameLst>
                                      </p:cBhvr>
                                      <p:tavLst>
                                        <p:tav>
                                          <p:val>
                                            <p:strVal val="1+#ppt_h/2"/>
                                          </p:val>
                                        </p:tav>
                                        <p:tav tm="100000">
                                          <p:val>
                                            <p:strVal val="#ppt_y"/>
                                          </p:val>
                                        </p:tav>
                                      </p:tavLst>
                                    </p:anim>
                                  </p:childTnLst>
                                </p:cTn>
                              </p:par>
                              <p:par>
                                <p:cTn id="616" presetID="2" presetClass="entr" fill="hold" nodeType="withEffect" presetSubtype="3">
                                  <p:stCondLst>
                                    <p:cond delay="0"/>
                                  </p:stCondLst>
                                  <p:childTnLst>
                                    <p:set>
                                      <p:cBhvr>
                                        <p:cTn id="617" dur="1" fill="hold">
                                          <p:stCondLst>
                                            <p:cond delay="0"/>
                                          </p:stCondLst>
                                        </p:cTn>
                                        <p:tgtEl>
                                          <p:spTgt spid="204"/>
                                        </p:tgtEl>
                                        <p:attrNameLst>
                                          <p:attrName>style.visibility</p:attrName>
                                        </p:attrNameLst>
                                      </p:cBhvr>
                                      <p:to>
                                        <p:strVal val="visible"/>
                                      </p:to>
                                    </p:set>
                                    <p:anim calcmode="lin" valueType="num">
                                      <p:cBhvr additive="repl">
                                        <p:cTn id="618" dur="500" fill="hold"/>
                                        <p:tgtEl>
                                          <p:spTgt spid="204"/>
                                        </p:tgtEl>
                                        <p:attrNameLst>
                                          <p:attrName>ppt_x</p:attrName>
                                        </p:attrNameLst>
                                      </p:cBhvr>
                                      <p:tavLst>
                                        <p:tav>
                                          <p:val>
                                            <p:strVal val="1+#ppt_w/2"/>
                                          </p:val>
                                        </p:tav>
                                        <p:tav tm="100000">
                                          <p:val>
                                            <p:strVal val="#ppt_x"/>
                                          </p:val>
                                        </p:tav>
                                      </p:tavLst>
                                    </p:anim>
                                    <p:anim calcmode="lin" valueType="num">
                                      <p:cBhvr additive="repl">
                                        <p:cTn id="619" dur="500" fill="hold"/>
                                        <p:tgtEl>
                                          <p:spTgt spid="204"/>
                                        </p:tgtEl>
                                        <p:attrNameLst>
                                          <p:attrName>ppt_y</p:attrName>
                                        </p:attrNameLst>
                                      </p:cBhvr>
                                      <p:tavLst>
                                        <p:tav>
                                          <p:val>
                                            <p:strVal val="0-#ppt_h/2"/>
                                          </p:val>
                                        </p:tav>
                                        <p:tav tm="100000">
                                          <p:val>
                                            <p:strVal val="#ppt_y"/>
                                          </p:val>
                                        </p:tav>
                                      </p:tavLst>
                                    </p:anim>
                                  </p:childTnLst>
                                </p:cTn>
                              </p:par>
                            </p:childTnLst>
                          </p:cTn>
                        </p:par>
                        <p:par>
                          <p:cTn id="620" fill="hold">
                            <p:stCondLst>
                              <p:cond delay="1500"/>
                            </p:stCondLst>
                            <p:childTnLst>
                              <p:par>
                                <p:cTn id="621" presetID="2" presetClass="entr" fill="hold" nodeType="afterEffect" presetSubtype="3">
                                  <p:stCondLst>
                                    <p:cond delay="0"/>
                                  </p:stCondLst>
                                  <p:childTnLst>
                                    <p:set>
                                      <p:cBhvr>
                                        <p:cTn id="622" dur="1" fill="hold">
                                          <p:stCondLst>
                                            <p:cond delay="0"/>
                                          </p:stCondLst>
                                        </p:cTn>
                                        <p:tgtEl>
                                          <p:spTgt spid="212"/>
                                        </p:tgtEl>
                                        <p:attrNameLst>
                                          <p:attrName>style.visibility</p:attrName>
                                        </p:attrNameLst>
                                      </p:cBhvr>
                                      <p:to>
                                        <p:strVal val="visible"/>
                                      </p:to>
                                    </p:set>
                                    <p:anim calcmode="lin" valueType="num">
                                      <p:cBhvr additive="repl">
                                        <p:cTn id="623" dur="500" fill="hold"/>
                                        <p:tgtEl>
                                          <p:spTgt spid="212"/>
                                        </p:tgtEl>
                                        <p:attrNameLst>
                                          <p:attrName>ppt_x</p:attrName>
                                        </p:attrNameLst>
                                      </p:cBhvr>
                                      <p:tavLst>
                                        <p:tav>
                                          <p:val>
                                            <p:strVal val="1+#ppt_w/2"/>
                                          </p:val>
                                        </p:tav>
                                        <p:tav tm="100000">
                                          <p:val>
                                            <p:strVal val="#ppt_x"/>
                                          </p:val>
                                        </p:tav>
                                      </p:tavLst>
                                    </p:anim>
                                    <p:anim calcmode="lin" valueType="num">
                                      <p:cBhvr additive="repl">
                                        <p:cTn id="624" dur="500" fill="hold"/>
                                        <p:tgtEl>
                                          <p:spTgt spid="212"/>
                                        </p:tgtEl>
                                        <p:attrNameLst>
                                          <p:attrName>ppt_y</p:attrName>
                                        </p:attrNameLst>
                                      </p:cBhvr>
                                      <p:tavLst>
                                        <p:tav>
                                          <p:val>
                                            <p:strVal val="0-#ppt_h/2"/>
                                          </p:val>
                                        </p:tav>
                                        <p:tav tm="100000">
                                          <p:val>
                                            <p:strVal val="#ppt_y"/>
                                          </p:val>
                                        </p:tav>
                                      </p:tavLst>
                                    </p:anim>
                                  </p:childTnLst>
                                </p:cTn>
                              </p:par>
                              <p:par>
                                <p:cTn id="625" presetID="2" presetClass="entr" fill="hold" nodeType="withEffect" presetSubtype="2">
                                  <p:stCondLst>
                                    <p:cond delay="0"/>
                                  </p:stCondLst>
                                  <p:childTnLst>
                                    <p:set>
                                      <p:cBhvr>
                                        <p:cTn id="626" dur="1" fill="hold">
                                          <p:stCondLst>
                                            <p:cond delay="0"/>
                                          </p:stCondLst>
                                        </p:cTn>
                                        <p:tgtEl>
                                          <p:spTgt spid="213"/>
                                        </p:tgtEl>
                                        <p:attrNameLst>
                                          <p:attrName>style.visibility</p:attrName>
                                        </p:attrNameLst>
                                      </p:cBhvr>
                                      <p:to>
                                        <p:strVal val="visible"/>
                                      </p:to>
                                    </p:set>
                                    <p:anim calcmode="lin" valueType="num">
                                      <p:cBhvr additive="repl">
                                        <p:cTn id="627" dur="500" fill="hold"/>
                                        <p:tgtEl>
                                          <p:spTgt spid="213"/>
                                        </p:tgtEl>
                                        <p:attrNameLst>
                                          <p:attrName>ppt_x</p:attrName>
                                        </p:attrNameLst>
                                      </p:cBhvr>
                                      <p:tavLst>
                                        <p:tav>
                                          <p:val>
                                            <p:strVal val="1+#ppt_w/2"/>
                                          </p:val>
                                        </p:tav>
                                        <p:tav tm="100000">
                                          <p:val>
                                            <p:strVal val="#ppt_x"/>
                                          </p:val>
                                        </p:tav>
                                      </p:tavLst>
                                    </p:anim>
                                    <p:anim calcmode="lin" valueType="num">
                                      <p:cBhvr additive="repl">
                                        <p:cTn id="628" dur="500" fill="hold"/>
                                        <p:tgtEl>
                                          <p:spTgt spid="213"/>
                                        </p:tgtEl>
                                        <p:attrNameLst>
                                          <p:attrName>ppt_y</p:attrName>
                                        </p:attrNameLst>
                                      </p:cBhvr>
                                      <p:tavLst>
                                        <p:tav>
                                          <p:val>
                                            <p:strVal val="#ppt_y"/>
                                          </p:val>
                                        </p:tav>
                                        <p:tav tm="100000">
                                          <p:val>
                                            <p:strVal val="#ppt_y"/>
                                          </p:val>
                                        </p:tav>
                                      </p:tavLst>
                                    </p:anim>
                                  </p:childTnLst>
                                </p:cTn>
                              </p:par>
                              <p:par>
                                <p:cTn id="629" presetID="2" presetClass="entr" fill="hold" nodeType="withEffect" presetSubtype="4">
                                  <p:stCondLst>
                                    <p:cond delay="0"/>
                                  </p:stCondLst>
                                  <p:childTnLst>
                                    <p:set>
                                      <p:cBhvr>
                                        <p:cTn id="630" dur="1" fill="hold">
                                          <p:stCondLst>
                                            <p:cond delay="0"/>
                                          </p:stCondLst>
                                        </p:cTn>
                                        <p:tgtEl>
                                          <p:spTgt spid="205"/>
                                        </p:tgtEl>
                                        <p:attrNameLst>
                                          <p:attrName>style.visibility</p:attrName>
                                        </p:attrNameLst>
                                      </p:cBhvr>
                                      <p:to>
                                        <p:strVal val="visible"/>
                                      </p:to>
                                    </p:set>
                                    <p:anim calcmode="lin" valueType="num">
                                      <p:cBhvr additive="repl">
                                        <p:cTn id="631" dur="500" fill="hold"/>
                                        <p:tgtEl>
                                          <p:spTgt spid="205"/>
                                        </p:tgtEl>
                                        <p:attrNameLst>
                                          <p:attrName>ppt_x</p:attrName>
                                        </p:attrNameLst>
                                      </p:cBhvr>
                                      <p:tavLst>
                                        <p:tav>
                                          <p:val>
                                            <p:strVal val="#ppt_x"/>
                                          </p:val>
                                        </p:tav>
                                        <p:tav tm="100000">
                                          <p:val>
                                            <p:strVal val="#ppt_x"/>
                                          </p:val>
                                        </p:tav>
                                      </p:tavLst>
                                    </p:anim>
                                    <p:anim calcmode="lin" valueType="num">
                                      <p:cBhvr additive="repl">
                                        <p:cTn id="632" dur="500" fill="hold"/>
                                        <p:tgtEl>
                                          <p:spTgt spid="205"/>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214" name="Picture 1" descr="image.png"/>
          <p:cNvPicPr/>
          <p:nvPr/>
        </p:nvPicPr>
        <p:blipFill>
          <a:blip r:embed="rId1"/>
          <a:stretch/>
        </p:blipFill>
        <p:spPr>
          <a:xfrm>
            <a:off x="0" y="0"/>
            <a:ext cx="12191040" cy="6856920"/>
          </a:xfrm>
          <a:prstGeom prst="rect">
            <a:avLst/>
          </a:prstGeom>
          <a:noFill/>
          <a:ln w="0">
            <a:noFill/>
          </a:ln>
        </p:spPr>
      </p:pic>
      <p:sp>
        <p:nvSpPr>
          <p:cNvPr id="215" name="Rounded Rectangle 2"/>
          <p:cNvSpPr/>
          <p:nvPr/>
        </p:nvSpPr>
        <p:spPr>
          <a:xfrm>
            <a:off x="0" y="2558520"/>
            <a:ext cx="12191040" cy="1378080"/>
          </a:xfrm>
          <a:prstGeom prst="roundRect">
            <a:avLst>
              <a:gd name="adj" fmla="val 11051"/>
            </a:avLst>
          </a:prstGeom>
          <a:solidFill>
            <a:srgbClr val="56116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sp>
        <p:nvSpPr>
          <p:cNvPr id="216" name="Rectangle 3"/>
          <p:cNvSpPr/>
          <p:nvPr/>
        </p:nvSpPr>
        <p:spPr>
          <a:xfrm>
            <a:off x="288000" y="4220280"/>
            <a:ext cx="5371200" cy="1541160"/>
          </a:xfrm>
          <a:prstGeom prst="rect">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sp>
        <p:nvSpPr>
          <p:cNvPr id="217" name="Rectangle 4"/>
          <p:cNvSpPr/>
          <p:nvPr/>
        </p:nvSpPr>
        <p:spPr>
          <a:xfrm>
            <a:off x="6051240" y="4237920"/>
            <a:ext cx="5969160" cy="1541160"/>
          </a:xfrm>
          <a:prstGeom prst="rect">
            <a:avLst/>
          </a:prstGeom>
          <a:solidFill>
            <a:srgbClr val="FFFDF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sp>
        <p:nvSpPr>
          <p:cNvPr id="218" name="Rectangle 5"/>
          <p:cNvSpPr/>
          <p:nvPr/>
        </p:nvSpPr>
        <p:spPr>
          <a:xfrm>
            <a:off x="287640" y="4220280"/>
            <a:ext cx="93960" cy="1541160"/>
          </a:xfrm>
          <a:prstGeom prst="rect">
            <a:avLst/>
          </a:prstGeom>
          <a:solidFill>
            <a:srgbClr val="A21CA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7160" tIns="45000" rIns="47160" bIns="45000" anchor="ctr">
            <a:noAutofit/>
          </a:bodyPr>
          <a:p>
            <a:pPr>
              <a:lnSpc>
                <a:spcPct val="100000"/>
              </a:lnSpc>
            </a:pPr>
            <a:endParaRPr lang="en-US" sz="1800" b="0" u="none" strike="noStrike">
              <a:solidFill>
                <a:schemeClr val="lt1"/>
              </a:solidFill>
              <a:effectLst/>
              <a:uFillTx/>
              <a:latin typeface="Calibri"/>
            </a:endParaRPr>
          </a:p>
        </p:txBody>
      </p:sp>
      <p:sp>
        <p:nvSpPr>
          <p:cNvPr id="219" name="Rectangle 6"/>
          <p:cNvSpPr/>
          <p:nvPr/>
        </p:nvSpPr>
        <p:spPr>
          <a:xfrm>
            <a:off x="6051240" y="4204080"/>
            <a:ext cx="66240" cy="1541160"/>
          </a:xfrm>
          <a:prstGeom prst="rect">
            <a:avLst/>
          </a:prstGeom>
          <a:solidFill>
            <a:srgbClr val="7E22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3120" tIns="45000" rIns="33120" bIns="45000" anchor="ctr">
            <a:noAutofit/>
          </a:bodyPr>
          <a:p>
            <a:pPr>
              <a:lnSpc>
                <a:spcPct val="100000"/>
              </a:lnSpc>
            </a:pPr>
            <a:endParaRPr lang="en-US" sz="1800" b="0" u="none" strike="noStrike">
              <a:solidFill>
                <a:schemeClr val="lt1"/>
              </a:solidFill>
              <a:effectLst/>
              <a:uFillTx/>
              <a:latin typeface="Calibri"/>
            </a:endParaRPr>
          </a:p>
        </p:txBody>
      </p:sp>
      <p:sp>
        <p:nvSpPr>
          <p:cNvPr id="220" name="TextBox 7"/>
          <p:cNvSpPr/>
          <p:nvPr/>
        </p:nvSpPr>
        <p:spPr>
          <a:xfrm>
            <a:off x="609480" y="533520"/>
            <a:ext cx="11581200" cy="19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1" u="none" strike="noStrike">
                <a:solidFill>
                  <a:srgbClr val="BE185D"/>
                </a:solidFill>
                <a:effectLst/>
                <a:uFillTx/>
                <a:latin typeface="Times New Roman"/>
              </a:rPr>
              <a:t>TỔNG KẾT BÀI THUYẾT TRÌNH</a:t>
            </a:r>
            <a:endParaRPr lang="vi-VN" sz="1350" b="0" u="none" strike="noStrike">
              <a:solidFill>
                <a:srgbClr val="000000"/>
              </a:solidFill>
              <a:effectLst/>
              <a:uFillTx/>
              <a:latin typeface="Arial"/>
            </a:endParaRPr>
          </a:p>
        </p:txBody>
      </p:sp>
      <p:sp>
        <p:nvSpPr>
          <p:cNvPr id="221" name="TextBox 8"/>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KẾT LUẬN CỐT LÕI</a:t>
            </a:r>
            <a:endParaRPr lang="vi-VN" sz="2700" b="0" u="none" strike="noStrike">
              <a:solidFill>
                <a:srgbClr val="000000"/>
              </a:solidFill>
              <a:effectLst/>
              <a:uFillTx/>
              <a:latin typeface="Arial"/>
            </a:endParaRPr>
          </a:p>
        </p:txBody>
      </p:sp>
      <p:sp>
        <p:nvSpPr>
          <p:cNvPr id="222" name="TextBox 9"/>
          <p:cNvSpPr/>
          <p:nvPr/>
        </p:nvSpPr>
        <p:spPr>
          <a:xfrm>
            <a:off x="-166680" y="2901240"/>
            <a:ext cx="12524400" cy="693000"/>
          </a:xfrm>
          <a:prstGeom prst="rect">
            <a:avLst/>
          </a:prstGeom>
          <a:noFill/>
          <a:ln w="0">
            <a:noFill/>
          </a:ln>
        </p:spPr>
        <p:style>
          <a:lnRef idx="0"/>
          <a:fillRef idx="0"/>
          <a:effectRef idx="0"/>
          <a:fontRef idx="minor"/>
        </p:style>
        <p:txBody>
          <a:bodyPr lIns="0" tIns="0" rIns="0" bIns="0" anchor="t">
            <a:spAutoFit/>
          </a:bodyPr>
          <a:p>
            <a:pPr algn="ctr" defTabSz="457200">
              <a:lnSpc>
                <a:spcPts val="2730"/>
              </a:lnSpc>
            </a:pPr>
            <a:r>
              <a:rPr lang="en-US" sz="1950" b="1" u="none" strike="noStrike">
                <a:solidFill>
                  <a:srgbClr val="FEF08A"/>
                </a:solidFill>
                <a:effectLst/>
                <a:uFillTx/>
                <a:latin typeface="Times New Roman"/>
              </a:rPr>
              <a:t>"Khoan dung không phải là sự thụ động chấp nhận, mà là một thái độ chủ động tôn trọng con người và nuôi dưỡng bản chất dân chủ thực sự."</a:t>
            </a:r>
            <a:endParaRPr lang="vi-VN" sz="1950" b="0" u="none" strike="noStrike">
              <a:solidFill>
                <a:srgbClr val="000000"/>
              </a:solidFill>
              <a:effectLst/>
              <a:uFillTx/>
              <a:latin typeface="Arial"/>
            </a:endParaRPr>
          </a:p>
        </p:txBody>
      </p:sp>
      <p:sp>
        <p:nvSpPr>
          <p:cNvPr id="223" name="TextBox 10"/>
          <p:cNvSpPr/>
          <p:nvPr/>
        </p:nvSpPr>
        <p:spPr>
          <a:xfrm>
            <a:off x="406800" y="4433040"/>
            <a:ext cx="1797480" cy="275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3B0764"/>
                </a:solidFill>
                <a:effectLst/>
                <a:uFillTx/>
                <a:latin typeface="Times New Roman"/>
              </a:rPr>
              <a:t>Nhận diện bạo lực</a:t>
            </a:r>
            <a:endParaRPr lang="vi-VN" sz="1800" b="0" u="none" strike="noStrike">
              <a:solidFill>
                <a:srgbClr val="000000"/>
              </a:solidFill>
              <a:effectLst/>
              <a:uFillTx/>
              <a:latin typeface="Arial"/>
            </a:endParaRPr>
          </a:p>
        </p:txBody>
      </p:sp>
      <p:sp>
        <p:nvSpPr>
          <p:cNvPr id="224" name="TextBox 11"/>
          <p:cNvSpPr/>
          <p:nvPr/>
        </p:nvSpPr>
        <p:spPr>
          <a:xfrm>
            <a:off x="406800" y="4854240"/>
            <a:ext cx="5037480" cy="552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0" u="none" strike="noStrike">
                <a:solidFill>
                  <a:srgbClr val="475569"/>
                </a:solidFill>
                <a:effectLst/>
                <a:uFillTx/>
                <a:latin typeface="Times New Roman"/>
              </a:rPr>
              <a:t>Cần lên án mọi hành vi không khoan dung dưới góc độ bạo lực tinh thần.</a:t>
            </a:r>
            <a:endParaRPr lang="vi-VN" sz="1800" b="0" u="none" strike="noStrike">
              <a:solidFill>
                <a:srgbClr val="000000"/>
              </a:solidFill>
              <a:effectLst/>
              <a:uFillTx/>
              <a:latin typeface="Arial"/>
            </a:endParaRPr>
          </a:p>
        </p:txBody>
      </p:sp>
      <p:sp>
        <p:nvSpPr>
          <p:cNvPr id="225" name="TextBox 12"/>
          <p:cNvSpPr/>
          <p:nvPr/>
        </p:nvSpPr>
        <p:spPr>
          <a:xfrm>
            <a:off x="6265440" y="4375080"/>
            <a:ext cx="1839240" cy="275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3B0764"/>
                </a:solidFill>
                <a:effectLst/>
                <a:uFillTx/>
                <a:latin typeface="Times New Roman"/>
              </a:rPr>
              <a:t>Phát triển dân chủ</a:t>
            </a:r>
            <a:endParaRPr lang="vi-VN" sz="1800" b="0" u="none" strike="noStrike">
              <a:solidFill>
                <a:srgbClr val="000000"/>
              </a:solidFill>
              <a:effectLst/>
              <a:uFillTx/>
              <a:latin typeface="Arial"/>
            </a:endParaRPr>
          </a:p>
        </p:txBody>
      </p:sp>
      <p:sp>
        <p:nvSpPr>
          <p:cNvPr id="226" name="TextBox 13"/>
          <p:cNvSpPr/>
          <p:nvPr/>
        </p:nvSpPr>
        <p:spPr>
          <a:xfrm>
            <a:off x="6265440" y="4789080"/>
            <a:ext cx="5687280" cy="552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0" u="none" strike="noStrike">
                <a:solidFill>
                  <a:srgbClr val="475569"/>
                </a:solidFill>
                <a:effectLst/>
                <a:uFillTx/>
                <a:latin typeface="Times New Roman"/>
              </a:rPr>
              <a:t>Tinh thần dân chủ chỉ trưởng thành khi xã hội biết lắng nghe đa chiều.</a:t>
            </a:r>
            <a:endParaRPr lang="vi-VN" sz="1800" b="0" u="none" strike="noStrike">
              <a:solidFill>
                <a:srgbClr val="000000"/>
              </a:solidFill>
              <a:effectLst/>
              <a:uFillTx/>
              <a:latin typeface="Arial"/>
            </a:endParaRPr>
          </a:p>
        </p:txBody>
      </p:sp>
    </p:spTree>
  </p:cSld>
  <mc:AlternateContent>
    <mc:Choice Requires="p14">
      <p:transition spd="slow" p14:dur="1200">
        <p14:prism/>
      </p:transition>
    </mc:Choice>
    <mc:Fallback>
      <p:transition spd="slow">
        <p:fade/>
      </p:transition>
    </mc:Fallback>
  </mc:AlternateContent>
  <p:timing>
    <p:tnLst>
      <p:par>
        <p:cTn id="633" dur="indefinite" restart="never" nodeType="tmRoot">
          <p:childTnLst>
            <p:seq>
              <p:cTn id="634" dur="indefinite" nodeType="mainSeq">
                <p:childTnLst>
                  <p:par>
                    <p:cTn id="635" fill="hold">
                      <p:stCondLst>
                        <p:cond delay="0"/>
                      </p:stCondLst>
                      <p:childTnLst>
                        <p:par>
                          <p:cTn id="636" fill="hold">
                            <p:stCondLst>
                              <p:cond delay="0"/>
                            </p:stCondLst>
                            <p:childTnLst>
                              <p:par>
                                <p:cTn id="637" presetID="2" presetClass="entr" fill="hold" nodeType="afterEffect" presetSubtype="6">
                                  <p:stCondLst>
                                    <p:cond delay="0"/>
                                  </p:stCondLst>
                                  <p:childTnLst>
                                    <p:set>
                                      <p:cBhvr>
                                        <p:cTn id="638" dur="1" fill="hold">
                                          <p:stCondLst>
                                            <p:cond delay="0"/>
                                          </p:stCondLst>
                                        </p:cTn>
                                        <p:tgtEl>
                                          <p:spTgt spid="220"/>
                                        </p:tgtEl>
                                        <p:attrNameLst>
                                          <p:attrName>style.visibility</p:attrName>
                                        </p:attrNameLst>
                                      </p:cBhvr>
                                      <p:to>
                                        <p:strVal val="visible"/>
                                      </p:to>
                                    </p:set>
                                    <p:anim calcmode="lin" valueType="num">
                                      <p:cBhvr additive="repl">
                                        <p:cTn id="639" dur="500" fill="hold"/>
                                        <p:tgtEl>
                                          <p:spTgt spid="220"/>
                                        </p:tgtEl>
                                        <p:attrNameLst>
                                          <p:attrName>ppt_x</p:attrName>
                                        </p:attrNameLst>
                                      </p:cBhvr>
                                      <p:tavLst>
                                        <p:tav>
                                          <p:val>
                                            <p:strVal val="1+#ppt_w/2"/>
                                          </p:val>
                                        </p:tav>
                                        <p:tav tm="100000">
                                          <p:val>
                                            <p:strVal val="#ppt_x"/>
                                          </p:val>
                                        </p:tav>
                                      </p:tavLst>
                                    </p:anim>
                                    <p:anim calcmode="lin" valueType="num">
                                      <p:cBhvr additive="repl">
                                        <p:cTn id="640" dur="500" fill="hold"/>
                                        <p:tgtEl>
                                          <p:spTgt spid="220"/>
                                        </p:tgtEl>
                                        <p:attrNameLst>
                                          <p:attrName>ppt_y</p:attrName>
                                        </p:attrNameLst>
                                      </p:cBhvr>
                                      <p:tavLst>
                                        <p:tav>
                                          <p:val>
                                            <p:strVal val="1+#ppt_h/2"/>
                                          </p:val>
                                        </p:tav>
                                        <p:tav tm="100000">
                                          <p:val>
                                            <p:strVal val="#ppt_y"/>
                                          </p:val>
                                        </p:tav>
                                      </p:tavLst>
                                    </p:anim>
                                  </p:childTnLst>
                                </p:cTn>
                              </p:par>
                            </p:childTnLst>
                          </p:cTn>
                        </p:par>
                        <p:par>
                          <p:cTn id="641" fill="hold">
                            <p:stCondLst>
                              <p:cond delay="500"/>
                            </p:stCondLst>
                            <p:childTnLst>
                              <p:par>
                                <p:cTn id="642" presetID="2" presetClass="entr" fill="hold" nodeType="afterEffect" presetSubtype="8">
                                  <p:stCondLst>
                                    <p:cond delay="0"/>
                                  </p:stCondLst>
                                  <p:childTnLst>
                                    <p:set>
                                      <p:cBhvr>
                                        <p:cTn id="643" dur="1" fill="hold">
                                          <p:stCondLst>
                                            <p:cond delay="0"/>
                                          </p:stCondLst>
                                        </p:cTn>
                                        <p:tgtEl>
                                          <p:spTgt spid="221"/>
                                        </p:tgtEl>
                                        <p:attrNameLst>
                                          <p:attrName>style.visibility</p:attrName>
                                        </p:attrNameLst>
                                      </p:cBhvr>
                                      <p:to>
                                        <p:strVal val="visible"/>
                                      </p:to>
                                    </p:set>
                                    <p:anim calcmode="lin" valueType="num">
                                      <p:cBhvr additive="repl">
                                        <p:cTn id="644" dur="500" fill="hold"/>
                                        <p:tgtEl>
                                          <p:spTgt spid="221"/>
                                        </p:tgtEl>
                                        <p:attrNameLst>
                                          <p:attrName>ppt_x</p:attrName>
                                        </p:attrNameLst>
                                      </p:cBhvr>
                                      <p:tavLst>
                                        <p:tav>
                                          <p:val>
                                            <p:strVal val="0-#ppt_w/2"/>
                                          </p:val>
                                        </p:tav>
                                        <p:tav tm="100000">
                                          <p:val>
                                            <p:strVal val="#ppt_x"/>
                                          </p:val>
                                        </p:tav>
                                      </p:tavLst>
                                    </p:anim>
                                    <p:anim calcmode="lin" valueType="num">
                                      <p:cBhvr additive="repl">
                                        <p:cTn id="645" dur="500" fill="hold"/>
                                        <p:tgtEl>
                                          <p:spTgt spid="221"/>
                                        </p:tgtEl>
                                        <p:attrNameLst>
                                          <p:attrName>ppt_y</p:attrName>
                                        </p:attrNameLst>
                                      </p:cBhvr>
                                      <p:tavLst>
                                        <p:tav>
                                          <p:val>
                                            <p:strVal val="#ppt_y"/>
                                          </p:val>
                                        </p:tav>
                                        <p:tav tm="100000">
                                          <p:val>
                                            <p:strVal val="#ppt_y"/>
                                          </p:val>
                                        </p:tav>
                                      </p:tavLst>
                                    </p:anim>
                                  </p:childTnLst>
                                </p:cTn>
                              </p:par>
                            </p:childTnLst>
                          </p:cTn>
                        </p:par>
                        <p:par>
                          <p:cTn id="646" fill="hold">
                            <p:stCondLst>
                              <p:cond delay="1000"/>
                            </p:stCondLst>
                            <p:childTnLst>
                              <p:par>
                                <p:cTn id="647" presetID="2" presetClass="entr" fill="hold" nodeType="afterEffect" presetSubtype="3">
                                  <p:stCondLst>
                                    <p:cond delay="0"/>
                                  </p:stCondLst>
                                  <p:childTnLst>
                                    <p:set>
                                      <p:cBhvr>
                                        <p:cTn id="648" dur="1" fill="hold">
                                          <p:stCondLst>
                                            <p:cond delay="0"/>
                                          </p:stCondLst>
                                        </p:cTn>
                                        <p:tgtEl>
                                          <p:spTgt spid="215"/>
                                        </p:tgtEl>
                                        <p:attrNameLst>
                                          <p:attrName>style.visibility</p:attrName>
                                        </p:attrNameLst>
                                      </p:cBhvr>
                                      <p:to>
                                        <p:strVal val="visible"/>
                                      </p:to>
                                    </p:set>
                                    <p:anim calcmode="lin" valueType="num">
                                      <p:cBhvr additive="repl">
                                        <p:cTn id="649" dur="500" fill="hold"/>
                                        <p:tgtEl>
                                          <p:spTgt spid="215"/>
                                        </p:tgtEl>
                                        <p:attrNameLst>
                                          <p:attrName>ppt_x</p:attrName>
                                        </p:attrNameLst>
                                      </p:cBhvr>
                                      <p:tavLst>
                                        <p:tav>
                                          <p:val>
                                            <p:strVal val="1+#ppt_w/2"/>
                                          </p:val>
                                        </p:tav>
                                        <p:tav tm="100000">
                                          <p:val>
                                            <p:strVal val="#ppt_x"/>
                                          </p:val>
                                        </p:tav>
                                      </p:tavLst>
                                    </p:anim>
                                    <p:anim calcmode="lin" valueType="num">
                                      <p:cBhvr additive="repl">
                                        <p:cTn id="650" dur="500" fill="hold"/>
                                        <p:tgtEl>
                                          <p:spTgt spid="215"/>
                                        </p:tgtEl>
                                        <p:attrNameLst>
                                          <p:attrName>ppt_y</p:attrName>
                                        </p:attrNameLst>
                                      </p:cBhvr>
                                      <p:tavLst>
                                        <p:tav>
                                          <p:val>
                                            <p:strVal val="0-#ppt_h/2"/>
                                          </p:val>
                                        </p:tav>
                                        <p:tav tm="100000">
                                          <p:val>
                                            <p:strVal val="#ppt_y"/>
                                          </p:val>
                                        </p:tav>
                                      </p:tavLst>
                                    </p:anim>
                                  </p:childTnLst>
                                </p:cTn>
                              </p:par>
                            </p:childTnLst>
                          </p:cTn>
                        </p:par>
                        <p:par>
                          <p:cTn id="651" fill="hold">
                            <p:stCondLst>
                              <p:cond delay="1500"/>
                            </p:stCondLst>
                            <p:childTnLst>
                              <p:par>
                                <p:cTn id="652" presetID="2" presetClass="entr" fill="hold" nodeType="afterEffect" presetSubtype="9">
                                  <p:stCondLst>
                                    <p:cond delay="0"/>
                                  </p:stCondLst>
                                  <p:childTnLst>
                                    <p:set>
                                      <p:cBhvr>
                                        <p:cTn id="653" dur="1" fill="hold">
                                          <p:stCondLst>
                                            <p:cond delay="0"/>
                                          </p:stCondLst>
                                        </p:cTn>
                                        <p:tgtEl>
                                          <p:spTgt spid="222"/>
                                        </p:tgtEl>
                                        <p:attrNameLst>
                                          <p:attrName>style.visibility</p:attrName>
                                        </p:attrNameLst>
                                      </p:cBhvr>
                                      <p:to>
                                        <p:strVal val="visible"/>
                                      </p:to>
                                    </p:set>
                                    <p:anim calcmode="lin" valueType="num">
                                      <p:cBhvr additive="repl">
                                        <p:cTn id="654" dur="500" fill="hold"/>
                                        <p:tgtEl>
                                          <p:spTgt spid="222"/>
                                        </p:tgtEl>
                                        <p:attrNameLst>
                                          <p:attrName>ppt_x</p:attrName>
                                        </p:attrNameLst>
                                      </p:cBhvr>
                                      <p:tavLst>
                                        <p:tav>
                                          <p:val>
                                            <p:strVal val="0-#ppt_w/2"/>
                                          </p:val>
                                        </p:tav>
                                        <p:tav tm="100000">
                                          <p:val>
                                            <p:strVal val="#ppt_x"/>
                                          </p:val>
                                        </p:tav>
                                      </p:tavLst>
                                    </p:anim>
                                    <p:anim calcmode="lin" valueType="num">
                                      <p:cBhvr additive="repl">
                                        <p:cTn id="655" dur="500" fill="hold"/>
                                        <p:tgtEl>
                                          <p:spTgt spid="222"/>
                                        </p:tgtEl>
                                        <p:attrNameLst>
                                          <p:attrName>ppt_y</p:attrName>
                                        </p:attrNameLst>
                                      </p:cBhvr>
                                      <p:tavLst>
                                        <p:tav>
                                          <p:val>
                                            <p:strVal val="0-#ppt_h/2"/>
                                          </p:val>
                                        </p:tav>
                                        <p:tav tm="100000">
                                          <p:val>
                                            <p:strVal val="#ppt_y"/>
                                          </p:val>
                                        </p:tav>
                                      </p:tavLst>
                                    </p:anim>
                                  </p:childTnLst>
                                </p:cTn>
                              </p:par>
                            </p:childTnLst>
                          </p:cTn>
                        </p:par>
                        <p:par>
                          <p:cTn id="656" fill="hold">
                            <p:stCondLst>
                              <p:cond delay="2000"/>
                            </p:stCondLst>
                            <p:childTnLst>
                              <p:par>
                                <p:cTn id="657" presetID="2" presetClass="entr" fill="hold" nodeType="afterEffect" presetSubtype="3">
                                  <p:stCondLst>
                                    <p:cond delay="0"/>
                                  </p:stCondLst>
                                  <p:childTnLst>
                                    <p:set>
                                      <p:cBhvr>
                                        <p:cTn id="658" dur="1" fill="hold">
                                          <p:stCondLst>
                                            <p:cond delay="0"/>
                                          </p:stCondLst>
                                        </p:cTn>
                                        <p:tgtEl>
                                          <p:spTgt spid="218"/>
                                        </p:tgtEl>
                                        <p:attrNameLst>
                                          <p:attrName>style.visibility</p:attrName>
                                        </p:attrNameLst>
                                      </p:cBhvr>
                                      <p:to>
                                        <p:strVal val="visible"/>
                                      </p:to>
                                    </p:set>
                                    <p:anim calcmode="lin" valueType="num">
                                      <p:cBhvr additive="repl">
                                        <p:cTn id="659" dur="500" fill="hold"/>
                                        <p:tgtEl>
                                          <p:spTgt spid="218"/>
                                        </p:tgtEl>
                                        <p:attrNameLst>
                                          <p:attrName>ppt_x</p:attrName>
                                        </p:attrNameLst>
                                      </p:cBhvr>
                                      <p:tavLst>
                                        <p:tav>
                                          <p:val>
                                            <p:strVal val="1+#ppt_w/2"/>
                                          </p:val>
                                        </p:tav>
                                        <p:tav tm="100000">
                                          <p:val>
                                            <p:strVal val="#ppt_x"/>
                                          </p:val>
                                        </p:tav>
                                      </p:tavLst>
                                    </p:anim>
                                    <p:anim calcmode="lin" valueType="num">
                                      <p:cBhvr additive="repl">
                                        <p:cTn id="660" dur="500" fill="hold"/>
                                        <p:tgtEl>
                                          <p:spTgt spid="218"/>
                                        </p:tgtEl>
                                        <p:attrNameLst>
                                          <p:attrName>ppt_y</p:attrName>
                                        </p:attrNameLst>
                                      </p:cBhvr>
                                      <p:tavLst>
                                        <p:tav>
                                          <p:val>
                                            <p:strVal val="0-#ppt_h/2"/>
                                          </p:val>
                                        </p:tav>
                                        <p:tav tm="100000">
                                          <p:val>
                                            <p:strVal val="#ppt_y"/>
                                          </p:val>
                                        </p:tav>
                                      </p:tavLst>
                                    </p:anim>
                                  </p:childTnLst>
                                </p:cTn>
                              </p:par>
                            </p:childTnLst>
                          </p:cTn>
                        </p:par>
                        <p:par>
                          <p:cTn id="661" fill="hold">
                            <p:stCondLst>
                              <p:cond delay="2500"/>
                            </p:stCondLst>
                            <p:childTnLst>
                              <p:par>
                                <p:cTn id="662" presetID="2" presetClass="entr" fill="hold" nodeType="afterEffect" presetSubtype="8">
                                  <p:stCondLst>
                                    <p:cond delay="0"/>
                                  </p:stCondLst>
                                  <p:childTnLst>
                                    <p:set>
                                      <p:cBhvr>
                                        <p:cTn id="663" dur="1" fill="hold">
                                          <p:stCondLst>
                                            <p:cond delay="0"/>
                                          </p:stCondLst>
                                        </p:cTn>
                                        <p:tgtEl>
                                          <p:spTgt spid="216"/>
                                        </p:tgtEl>
                                        <p:attrNameLst>
                                          <p:attrName>style.visibility</p:attrName>
                                        </p:attrNameLst>
                                      </p:cBhvr>
                                      <p:to>
                                        <p:strVal val="visible"/>
                                      </p:to>
                                    </p:set>
                                    <p:anim calcmode="lin" valueType="num">
                                      <p:cBhvr additive="repl">
                                        <p:cTn id="664" dur="500" fill="hold"/>
                                        <p:tgtEl>
                                          <p:spTgt spid="216"/>
                                        </p:tgtEl>
                                        <p:attrNameLst>
                                          <p:attrName>ppt_x</p:attrName>
                                        </p:attrNameLst>
                                      </p:cBhvr>
                                      <p:tavLst>
                                        <p:tav>
                                          <p:val>
                                            <p:strVal val="0-#ppt_w/2"/>
                                          </p:val>
                                        </p:tav>
                                        <p:tav tm="100000">
                                          <p:val>
                                            <p:strVal val="#ppt_x"/>
                                          </p:val>
                                        </p:tav>
                                      </p:tavLst>
                                    </p:anim>
                                    <p:anim calcmode="lin" valueType="num">
                                      <p:cBhvr additive="repl">
                                        <p:cTn id="665" dur="500" fill="hold"/>
                                        <p:tgtEl>
                                          <p:spTgt spid="216"/>
                                        </p:tgtEl>
                                        <p:attrNameLst>
                                          <p:attrName>ppt_y</p:attrName>
                                        </p:attrNameLst>
                                      </p:cBhvr>
                                      <p:tavLst>
                                        <p:tav>
                                          <p:val>
                                            <p:strVal val="#ppt_y"/>
                                          </p:val>
                                        </p:tav>
                                        <p:tav tm="100000">
                                          <p:val>
                                            <p:strVal val="#ppt_y"/>
                                          </p:val>
                                        </p:tav>
                                      </p:tavLst>
                                    </p:anim>
                                  </p:childTnLst>
                                </p:cTn>
                              </p:par>
                            </p:childTnLst>
                          </p:cTn>
                        </p:par>
                        <p:par>
                          <p:cTn id="666" fill="hold">
                            <p:stCondLst>
                              <p:cond delay="3000"/>
                            </p:stCondLst>
                            <p:childTnLst>
                              <p:par>
                                <p:cTn id="667" presetID="2" presetClass="entr" fill="hold" nodeType="afterEffect" presetSubtype="4">
                                  <p:stCondLst>
                                    <p:cond delay="0"/>
                                  </p:stCondLst>
                                  <p:childTnLst>
                                    <p:set>
                                      <p:cBhvr>
                                        <p:cTn id="668" dur="1" fill="hold">
                                          <p:stCondLst>
                                            <p:cond delay="0"/>
                                          </p:stCondLst>
                                        </p:cTn>
                                        <p:tgtEl>
                                          <p:spTgt spid="223"/>
                                        </p:tgtEl>
                                        <p:attrNameLst>
                                          <p:attrName>style.visibility</p:attrName>
                                        </p:attrNameLst>
                                      </p:cBhvr>
                                      <p:to>
                                        <p:strVal val="visible"/>
                                      </p:to>
                                    </p:set>
                                    <p:anim calcmode="lin" valueType="num">
                                      <p:cBhvr additive="repl">
                                        <p:cTn id="669" dur="500" fill="hold"/>
                                        <p:tgtEl>
                                          <p:spTgt spid="223"/>
                                        </p:tgtEl>
                                        <p:attrNameLst>
                                          <p:attrName>ppt_x</p:attrName>
                                        </p:attrNameLst>
                                      </p:cBhvr>
                                      <p:tavLst>
                                        <p:tav>
                                          <p:val>
                                            <p:strVal val="#ppt_x"/>
                                          </p:val>
                                        </p:tav>
                                        <p:tav tm="100000">
                                          <p:val>
                                            <p:strVal val="#ppt_x"/>
                                          </p:val>
                                        </p:tav>
                                      </p:tavLst>
                                    </p:anim>
                                    <p:anim calcmode="lin" valueType="num">
                                      <p:cBhvr additive="repl">
                                        <p:cTn id="670" dur="500" fill="hold"/>
                                        <p:tgtEl>
                                          <p:spTgt spid="223"/>
                                        </p:tgtEl>
                                        <p:attrNameLst>
                                          <p:attrName>ppt_y</p:attrName>
                                        </p:attrNameLst>
                                      </p:cBhvr>
                                      <p:tavLst>
                                        <p:tav>
                                          <p:val>
                                            <p:strVal val="1+#ppt_h/2"/>
                                          </p:val>
                                        </p:tav>
                                        <p:tav tm="100000">
                                          <p:val>
                                            <p:strVal val="#ppt_y"/>
                                          </p:val>
                                        </p:tav>
                                      </p:tavLst>
                                    </p:anim>
                                  </p:childTnLst>
                                </p:cTn>
                              </p:par>
                            </p:childTnLst>
                          </p:cTn>
                        </p:par>
                        <p:par>
                          <p:cTn id="671" fill="hold">
                            <p:stCondLst>
                              <p:cond delay="3500"/>
                            </p:stCondLst>
                            <p:childTnLst>
                              <p:par>
                                <p:cTn id="672" presetID="2" presetClass="entr" fill="hold" nodeType="afterEffect" presetSubtype="4">
                                  <p:stCondLst>
                                    <p:cond delay="0"/>
                                  </p:stCondLst>
                                  <p:childTnLst>
                                    <p:set>
                                      <p:cBhvr>
                                        <p:cTn id="673" dur="1" fill="hold">
                                          <p:stCondLst>
                                            <p:cond delay="0"/>
                                          </p:stCondLst>
                                        </p:cTn>
                                        <p:tgtEl>
                                          <p:spTgt spid="224"/>
                                        </p:tgtEl>
                                        <p:attrNameLst>
                                          <p:attrName>style.visibility</p:attrName>
                                        </p:attrNameLst>
                                      </p:cBhvr>
                                      <p:to>
                                        <p:strVal val="visible"/>
                                      </p:to>
                                    </p:set>
                                    <p:anim calcmode="lin" valueType="num">
                                      <p:cBhvr additive="repl">
                                        <p:cTn id="674" dur="500" fill="hold"/>
                                        <p:tgtEl>
                                          <p:spTgt spid="224"/>
                                        </p:tgtEl>
                                        <p:attrNameLst>
                                          <p:attrName>ppt_x</p:attrName>
                                        </p:attrNameLst>
                                      </p:cBhvr>
                                      <p:tavLst>
                                        <p:tav>
                                          <p:val>
                                            <p:strVal val="#ppt_x"/>
                                          </p:val>
                                        </p:tav>
                                        <p:tav tm="100000">
                                          <p:val>
                                            <p:strVal val="#ppt_x"/>
                                          </p:val>
                                        </p:tav>
                                      </p:tavLst>
                                    </p:anim>
                                    <p:anim calcmode="lin" valueType="num">
                                      <p:cBhvr additive="repl">
                                        <p:cTn id="675" dur="500" fill="hold"/>
                                        <p:tgtEl>
                                          <p:spTgt spid="224"/>
                                        </p:tgtEl>
                                        <p:attrNameLst>
                                          <p:attrName>ppt_y</p:attrName>
                                        </p:attrNameLst>
                                      </p:cBhvr>
                                      <p:tavLst>
                                        <p:tav>
                                          <p:val>
                                            <p:strVal val="1+#ppt_h/2"/>
                                          </p:val>
                                        </p:tav>
                                        <p:tav tm="100000">
                                          <p:val>
                                            <p:strVal val="#ppt_y"/>
                                          </p:val>
                                        </p:tav>
                                      </p:tavLst>
                                    </p:anim>
                                  </p:childTnLst>
                                </p:cTn>
                              </p:par>
                            </p:childTnLst>
                          </p:cTn>
                        </p:par>
                        <p:par>
                          <p:cTn id="676" fill="hold">
                            <p:stCondLst>
                              <p:cond delay="4000"/>
                            </p:stCondLst>
                            <p:childTnLst>
                              <p:par>
                                <p:cTn id="677" presetID="2" presetClass="entr" fill="hold" nodeType="afterEffect" presetSubtype="4">
                                  <p:stCondLst>
                                    <p:cond delay="0"/>
                                  </p:stCondLst>
                                  <p:childTnLst>
                                    <p:set>
                                      <p:cBhvr>
                                        <p:cTn id="678" dur="1" fill="hold">
                                          <p:stCondLst>
                                            <p:cond delay="0"/>
                                          </p:stCondLst>
                                        </p:cTn>
                                        <p:tgtEl>
                                          <p:spTgt spid="219"/>
                                        </p:tgtEl>
                                        <p:attrNameLst>
                                          <p:attrName>style.visibility</p:attrName>
                                        </p:attrNameLst>
                                      </p:cBhvr>
                                      <p:to>
                                        <p:strVal val="visible"/>
                                      </p:to>
                                    </p:set>
                                    <p:anim calcmode="lin" valueType="num">
                                      <p:cBhvr additive="repl">
                                        <p:cTn id="679" dur="500" fill="hold"/>
                                        <p:tgtEl>
                                          <p:spTgt spid="219"/>
                                        </p:tgtEl>
                                        <p:attrNameLst>
                                          <p:attrName>ppt_x</p:attrName>
                                        </p:attrNameLst>
                                      </p:cBhvr>
                                      <p:tavLst>
                                        <p:tav>
                                          <p:val>
                                            <p:strVal val="#ppt_x"/>
                                          </p:val>
                                        </p:tav>
                                        <p:tav tm="100000">
                                          <p:val>
                                            <p:strVal val="#ppt_x"/>
                                          </p:val>
                                        </p:tav>
                                      </p:tavLst>
                                    </p:anim>
                                    <p:anim calcmode="lin" valueType="num">
                                      <p:cBhvr additive="repl">
                                        <p:cTn id="680" dur="500" fill="hold"/>
                                        <p:tgtEl>
                                          <p:spTgt spid="219"/>
                                        </p:tgtEl>
                                        <p:attrNameLst>
                                          <p:attrName>ppt_y</p:attrName>
                                        </p:attrNameLst>
                                      </p:cBhvr>
                                      <p:tavLst>
                                        <p:tav>
                                          <p:val>
                                            <p:strVal val="1+#ppt_h/2"/>
                                          </p:val>
                                        </p:tav>
                                        <p:tav tm="100000">
                                          <p:val>
                                            <p:strVal val="#ppt_y"/>
                                          </p:val>
                                        </p:tav>
                                      </p:tavLst>
                                    </p:anim>
                                  </p:childTnLst>
                                </p:cTn>
                              </p:par>
                            </p:childTnLst>
                          </p:cTn>
                        </p:par>
                        <p:par>
                          <p:cTn id="681" fill="hold">
                            <p:stCondLst>
                              <p:cond delay="4500"/>
                            </p:stCondLst>
                            <p:childTnLst>
                              <p:par>
                                <p:cTn id="682" presetID="2" presetClass="entr" fill="hold" nodeType="afterEffect" presetSubtype="2">
                                  <p:stCondLst>
                                    <p:cond delay="0"/>
                                  </p:stCondLst>
                                  <p:childTnLst>
                                    <p:set>
                                      <p:cBhvr>
                                        <p:cTn id="683" dur="1" fill="hold">
                                          <p:stCondLst>
                                            <p:cond delay="0"/>
                                          </p:stCondLst>
                                        </p:cTn>
                                        <p:tgtEl>
                                          <p:spTgt spid="217"/>
                                        </p:tgtEl>
                                        <p:attrNameLst>
                                          <p:attrName>style.visibility</p:attrName>
                                        </p:attrNameLst>
                                      </p:cBhvr>
                                      <p:to>
                                        <p:strVal val="visible"/>
                                      </p:to>
                                    </p:set>
                                    <p:anim calcmode="lin" valueType="num">
                                      <p:cBhvr additive="repl">
                                        <p:cTn id="684" dur="500" fill="hold"/>
                                        <p:tgtEl>
                                          <p:spTgt spid="217"/>
                                        </p:tgtEl>
                                        <p:attrNameLst>
                                          <p:attrName>ppt_x</p:attrName>
                                        </p:attrNameLst>
                                      </p:cBhvr>
                                      <p:tavLst>
                                        <p:tav>
                                          <p:val>
                                            <p:strVal val="1+#ppt_w/2"/>
                                          </p:val>
                                        </p:tav>
                                        <p:tav tm="100000">
                                          <p:val>
                                            <p:strVal val="#ppt_x"/>
                                          </p:val>
                                        </p:tav>
                                      </p:tavLst>
                                    </p:anim>
                                    <p:anim calcmode="lin" valueType="num">
                                      <p:cBhvr additive="repl">
                                        <p:cTn id="685" dur="500" fill="hold"/>
                                        <p:tgtEl>
                                          <p:spTgt spid="217"/>
                                        </p:tgtEl>
                                        <p:attrNameLst>
                                          <p:attrName>ppt_y</p:attrName>
                                        </p:attrNameLst>
                                      </p:cBhvr>
                                      <p:tavLst>
                                        <p:tav>
                                          <p:val>
                                            <p:strVal val="#ppt_y"/>
                                          </p:val>
                                        </p:tav>
                                        <p:tav tm="100000">
                                          <p:val>
                                            <p:strVal val="#ppt_y"/>
                                          </p:val>
                                        </p:tav>
                                      </p:tavLst>
                                    </p:anim>
                                  </p:childTnLst>
                                </p:cTn>
                              </p:par>
                            </p:childTnLst>
                          </p:cTn>
                        </p:par>
                        <p:par>
                          <p:cTn id="686" fill="hold">
                            <p:stCondLst>
                              <p:cond delay="5000"/>
                            </p:stCondLst>
                            <p:childTnLst>
                              <p:par>
                                <p:cTn id="687" presetID="2" presetClass="entr" fill="hold" nodeType="afterEffect" presetSubtype="4">
                                  <p:stCondLst>
                                    <p:cond delay="0"/>
                                  </p:stCondLst>
                                  <p:childTnLst>
                                    <p:set>
                                      <p:cBhvr>
                                        <p:cTn id="688" dur="1" fill="hold">
                                          <p:stCondLst>
                                            <p:cond delay="0"/>
                                          </p:stCondLst>
                                        </p:cTn>
                                        <p:tgtEl>
                                          <p:spTgt spid="225"/>
                                        </p:tgtEl>
                                        <p:attrNameLst>
                                          <p:attrName>style.visibility</p:attrName>
                                        </p:attrNameLst>
                                      </p:cBhvr>
                                      <p:to>
                                        <p:strVal val="visible"/>
                                      </p:to>
                                    </p:set>
                                    <p:anim calcmode="lin" valueType="num">
                                      <p:cBhvr additive="repl">
                                        <p:cTn id="689" dur="500" fill="hold"/>
                                        <p:tgtEl>
                                          <p:spTgt spid="225"/>
                                        </p:tgtEl>
                                        <p:attrNameLst>
                                          <p:attrName>ppt_x</p:attrName>
                                        </p:attrNameLst>
                                      </p:cBhvr>
                                      <p:tavLst>
                                        <p:tav>
                                          <p:val>
                                            <p:strVal val="#ppt_x"/>
                                          </p:val>
                                        </p:tav>
                                        <p:tav tm="100000">
                                          <p:val>
                                            <p:strVal val="#ppt_x"/>
                                          </p:val>
                                        </p:tav>
                                      </p:tavLst>
                                    </p:anim>
                                    <p:anim calcmode="lin" valueType="num">
                                      <p:cBhvr additive="repl">
                                        <p:cTn id="690" dur="500" fill="hold"/>
                                        <p:tgtEl>
                                          <p:spTgt spid="225"/>
                                        </p:tgtEl>
                                        <p:attrNameLst>
                                          <p:attrName>ppt_y</p:attrName>
                                        </p:attrNameLst>
                                      </p:cBhvr>
                                      <p:tavLst>
                                        <p:tav>
                                          <p:val>
                                            <p:strVal val="1+#ppt_h/2"/>
                                          </p:val>
                                        </p:tav>
                                        <p:tav tm="100000">
                                          <p:val>
                                            <p:strVal val="#ppt_y"/>
                                          </p:val>
                                        </p:tav>
                                      </p:tavLst>
                                    </p:anim>
                                  </p:childTnLst>
                                </p:cTn>
                              </p:par>
                            </p:childTnLst>
                          </p:cTn>
                        </p:par>
                        <p:par>
                          <p:cTn id="691" fill="hold">
                            <p:stCondLst>
                              <p:cond delay="5500"/>
                            </p:stCondLst>
                            <p:childTnLst>
                              <p:par>
                                <p:cTn id="692" presetID="2" presetClass="entr" fill="hold" nodeType="afterEffect" presetSubtype="4">
                                  <p:stCondLst>
                                    <p:cond delay="0"/>
                                  </p:stCondLst>
                                  <p:childTnLst>
                                    <p:set>
                                      <p:cBhvr>
                                        <p:cTn id="693" dur="1" fill="hold">
                                          <p:stCondLst>
                                            <p:cond delay="0"/>
                                          </p:stCondLst>
                                        </p:cTn>
                                        <p:tgtEl>
                                          <p:spTgt spid="226"/>
                                        </p:tgtEl>
                                        <p:attrNameLst>
                                          <p:attrName>style.visibility</p:attrName>
                                        </p:attrNameLst>
                                      </p:cBhvr>
                                      <p:to>
                                        <p:strVal val="visible"/>
                                      </p:to>
                                    </p:set>
                                    <p:anim calcmode="lin" valueType="num">
                                      <p:cBhvr additive="repl">
                                        <p:cTn id="694" dur="500" fill="hold"/>
                                        <p:tgtEl>
                                          <p:spTgt spid="226"/>
                                        </p:tgtEl>
                                        <p:attrNameLst>
                                          <p:attrName>ppt_x</p:attrName>
                                        </p:attrNameLst>
                                      </p:cBhvr>
                                      <p:tavLst>
                                        <p:tav>
                                          <p:val>
                                            <p:strVal val="#ppt_x"/>
                                          </p:val>
                                        </p:tav>
                                        <p:tav tm="100000">
                                          <p:val>
                                            <p:strVal val="#ppt_x"/>
                                          </p:val>
                                        </p:tav>
                                      </p:tavLst>
                                    </p:anim>
                                    <p:anim calcmode="lin" valueType="num">
                                      <p:cBhvr additive="repl">
                                        <p:cTn id="695" dur="500" fill="hold"/>
                                        <p:tgtEl>
                                          <p:spTgt spid="226"/>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EDE7"/>
        </a:solidFill>
      </p:bgPr>
    </p:bg>
    <p:spTree>
      <p:nvGrpSpPr>
        <p:cNvPr id="1" name=""/>
        <p:cNvGrpSpPr/>
        <p:nvPr/>
      </p:nvGrpSpPr>
      <p:grpSpPr>
        <a:xfrm>
          <a:off x="0" y="0"/>
          <a:ext cx="0" cy="0"/>
          <a:chOff x="0" y="0"/>
          <a:chExt cx="0" cy="0"/>
        </a:xfrm>
      </p:grpSpPr>
      <p:pic>
        <p:nvPicPr>
          <p:cNvPr id="227" name="Picture 1" descr="image.png"/>
          <p:cNvPicPr/>
          <p:nvPr/>
        </p:nvPicPr>
        <p:blipFill>
          <a:blip r:embed="rId1"/>
          <a:stretch/>
        </p:blipFill>
        <p:spPr>
          <a:xfrm>
            <a:off x="0" y="0"/>
            <a:ext cx="12191040" cy="6856920"/>
          </a:xfrm>
          <a:prstGeom prst="rect">
            <a:avLst/>
          </a:prstGeom>
          <a:noFill/>
          <a:ln w="0">
            <a:noFill/>
          </a:ln>
        </p:spPr>
      </p:pic>
      <p:pic>
        <p:nvPicPr>
          <p:cNvPr id="228" name="Picture 2" descr="image.png"/>
          <p:cNvPicPr/>
          <p:nvPr/>
        </p:nvPicPr>
        <p:blipFill>
          <a:blip r:embed="rId2"/>
          <a:stretch/>
        </p:blipFill>
        <p:spPr>
          <a:xfrm>
            <a:off x="6286680" y="2176560"/>
            <a:ext cx="5294880" cy="3427920"/>
          </a:xfrm>
          <a:prstGeom prst="rect">
            <a:avLst/>
          </a:prstGeom>
          <a:noFill/>
          <a:ln w="0">
            <a:noFill/>
          </a:ln>
        </p:spPr>
      </p:pic>
      <p:pic>
        <p:nvPicPr>
          <p:cNvPr id="229" name="Picture 3" descr="image.png"/>
          <p:cNvPicPr/>
          <p:nvPr/>
        </p:nvPicPr>
        <p:blipFill>
          <a:blip r:embed="rId3"/>
          <a:stretch/>
        </p:blipFill>
        <p:spPr>
          <a:xfrm>
            <a:off x="597600" y="2459160"/>
            <a:ext cx="398880" cy="427680"/>
          </a:xfrm>
          <a:prstGeom prst="rect">
            <a:avLst/>
          </a:prstGeom>
          <a:noFill/>
          <a:ln w="0">
            <a:noFill/>
          </a:ln>
        </p:spPr>
      </p:pic>
      <p:pic>
        <p:nvPicPr>
          <p:cNvPr id="230" name="Picture 4" descr="image.png"/>
          <p:cNvPicPr/>
          <p:nvPr/>
        </p:nvPicPr>
        <p:blipFill>
          <a:blip r:embed="rId4"/>
          <a:stretch/>
        </p:blipFill>
        <p:spPr>
          <a:xfrm>
            <a:off x="619560" y="3496680"/>
            <a:ext cx="446760" cy="427680"/>
          </a:xfrm>
          <a:prstGeom prst="rect">
            <a:avLst/>
          </a:prstGeom>
          <a:noFill/>
          <a:ln w="0">
            <a:noFill/>
          </a:ln>
        </p:spPr>
      </p:pic>
      <p:pic>
        <p:nvPicPr>
          <p:cNvPr id="231" name="Picture 5" descr="image.png"/>
          <p:cNvPicPr/>
          <p:nvPr/>
        </p:nvPicPr>
        <p:blipFill>
          <a:blip r:embed="rId5"/>
          <a:stretch/>
        </p:blipFill>
        <p:spPr>
          <a:xfrm>
            <a:off x="609480" y="4548960"/>
            <a:ext cx="398880" cy="427680"/>
          </a:xfrm>
          <a:prstGeom prst="rect">
            <a:avLst/>
          </a:prstGeom>
          <a:noFill/>
          <a:ln w="0">
            <a:noFill/>
          </a:ln>
        </p:spPr>
      </p:pic>
      <p:pic>
        <p:nvPicPr>
          <p:cNvPr id="232" name="Picture 6" descr="image.png"/>
          <p:cNvPicPr/>
          <p:nvPr/>
        </p:nvPicPr>
        <p:blipFill>
          <a:blip r:embed="rId6"/>
          <a:stretch/>
        </p:blipFill>
        <p:spPr>
          <a:xfrm>
            <a:off x="712080" y="2583000"/>
            <a:ext cx="170280" cy="170280"/>
          </a:xfrm>
          <a:prstGeom prst="rect">
            <a:avLst/>
          </a:prstGeom>
          <a:noFill/>
          <a:ln w="0">
            <a:noFill/>
          </a:ln>
        </p:spPr>
      </p:pic>
      <p:pic>
        <p:nvPicPr>
          <p:cNvPr id="233" name="Picture 7" descr="image.png"/>
          <p:cNvPicPr/>
          <p:nvPr/>
        </p:nvPicPr>
        <p:blipFill>
          <a:blip r:embed="rId7"/>
          <a:stretch/>
        </p:blipFill>
        <p:spPr>
          <a:xfrm>
            <a:off x="733680" y="3620520"/>
            <a:ext cx="218160" cy="170280"/>
          </a:xfrm>
          <a:prstGeom prst="rect">
            <a:avLst/>
          </a:prstGeom>
          <a:noFill/>
          <a:ln w="0">
            <a:noFill/>
          </a:ln>
        </p:spPr>
      </p:pic>
      <p:pic>
        <p:nvPicPr>
          <p:cNvPr id="234" name="Picture 8" descr="image.png"/>
          <p:cNvPicPr/>
          <p:nvPr/>
        </p:nvPicPr>
        <p:blipFill>
          <a:blip r:embed="rId8"/>
          <a:stretch/>
        </p:blipFill>
        <p:spPr>
          <a:xfrm>
            <a:off x="723960" y="4672800"/>
            <a:ext cx="170280" cy="170280"/>
          </a:xfrm>
          <a:prstGeom prst="rect">
            <a:avLst/>
          </a:prstGeom>
          <a:noFill/>
          <a:ln w="0">
            <a:noFill/>
          </a:ln>
        </p:spPr>
      </p:pic>
      <p:sp>
        <p:nvSpPr>
          <p:cNvPr id="235" name="TextBox 9"/>
          <p:cNvSpPr/>
          <p:nvPr/>
        </p:nvSpPr>
        <p:spPr>
          <a:xfrm>
            <a:off x="609480" y="533520"/>
            <a:ext cx="11581200" cy="19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1" u="none" strike="noStrike">
                <a:solidFill>
                  <a:srgbClr val="BE185D"/>
                </a:solidFill>
                <a:effectLst/>
                <a:uFillTx/>
                <a:latin typeface="Times New Roman"/>
              </a:rPr>
              <a:t>THÔNG ĐIỆP HÀNH ĐỘNG</a:t>
            </a:r>
            <a:endParaRPr lang="vi-VN" sz="1350" b="0" u="none" strike="noStrike">
              <a:solidFill>
                <a:srgbClr val="000000"/>
              </a:solidFill>
              <a:effectLst/>
              <a:uFillTx/>
              <a:latin typeface="Arial"/>
            </a:endParaRPr>
          </a:p>
        </p:txBody>
      </p:sp>
      <p:sp>
        <p:nvSpPr>
          <p:cNvPr id="236" name="TextBox 10"/>
          <p:cNvSpPr/>
          <p:nvPr/>
        </p:nvSpPr>
        <p:spPr>
          <a:xfrm>
            <a:off x="609480" y="790560"/>
            <a:ext cx="11581200" cy="398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700" b="1" u="none" strike="noStrike">
                <a:solidFill>
                  <a:srgbClr val="3B0764"/>
                </a:solidFill>
                <a:effectLst/>
                <a:uFillTx/>
                <a:latin typeface="Times New Roman"/>
              </a:rPr>
              <a:t>HƯỚNG TỚI CỘNG ĐỒNG VĂN MINH</a:t>
            </a:r>
            <a:endParaRPr lang="vi-VN" sz="2700" b="0" u="none" strike="noStrike">
              <a:solidFill>
                <a:srgbClr val="000000"/>
              </a:solidFill>
              <a:effectLst/>
              <a:uFillTx/>
              <a:latin typeface="Arial"/>
            </a:endParaRPr>
          </a:p>
        </p:txBody>
      </p:sp>
      <p:sp>
        <p:nvSpPr>
          <p:cNvPr id="237" name="TextBox 11"/>
          <p:cNvSpPr/>
          <p:nvPr/>
        </p:nvSpPr>
        <p:spPr>
          <a:xfrm>
            <a:off x="1162080" y="2367360"/>
            <a:ext cx="223020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Lắng nghe chủ động</a:t>
            </a:r>
            <a:endParaRPr lang="vi-VN" sz="2000" b="0" u="none" strike="noStrike">
              <a:solidFill>
                <a:srgbClr val="000000"/>
              </a:solidFill>
              <a:effectLst/>
              <a:uFillTx/>
              <a:latin typeface="Arial"/>
            </a:endParaRPr>
          </a:p>
        </p:txBody>
      </p:sp>
      <p:sp>
        <p:nvSpPr>
          <p:cNvPr id="238" name="TextBox 12"/>
          <p:cNvSpPr/>
          <p:nvPr/>
        </p:nvSpPr>
        <p:spPr>
          <a:xfrm>
            <a:off x="1175400" y="2802960"/>
            <a:ext cx="4856760" cy="552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0" u="none" strike="noStrike">
                <a:solidFill>
                  <a:srgbClr val="475569"/>
                </a:solidFill>
                <a:effectLst/>
                <a:uFillTx/>
                <a:latin typeface="Times New Roman"/>
              </a:rPr>
              <a:t>Học cách lắng nghe trước khi đưa ra phán xét hay chỉ trích</a:t>
            </a:r>
            <a:r>
              <a:rPr lang="en-US" sz="1350" b="0" u="none" strike="noStrike">
                <a:solidFill>
                  <a:srgbClr val="475569"/>
                </a:solidFill>
                <a:effectLst/>
                <a:uFillTx/>
                <a:latin typeface="Times New Roman"/>
              </a:rPr>
              <a:t>.</a:t>
            </a:r>
            <a:endParaRPr lang="vi-VN" sz="1350" b="0" u="none" strike="noStrike">
              <a:solidFill>
                <a:srgbClr val="000000"/>
              </a:solidFill>
              <a:effectLst/>
              <a:uFillTx/>
              <a:latin typeface="Arial"/>
            </a:endParaRPr>
          </a:p>
        </p:txBody>
      </p:sp>
      <p:sp>
        <p:nvSpPr>
          <p:cNvPr id="239" name="TextBox 13"/>
          <p:cNvSpPr/>
          <p:nvPr/>
        </p:nvSpPr>
        <p:spPr>
          <a:xfrm>
            <a:off x="1209600" y="3484440"/>
            <a:ext cx="232344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Tranh luận văn minh</a:t>
            </a:r>
            <a:endParaRPr lang="vi-VN" sz="2000" b="0" u="none" strike="noStrike">
              <a:solidFill>
                <a:srgbClr val="000000"/>
              </a:solidFill>
              <a:effectLst/>
              <a:uFillTx/>
              <a:latin typeface="Arial"/>
            </a:endParaRPr>
          </a:p>
        </p:txBody>
      </p:sp>
      <p:sp>
        <p:nvSpPr>
          <p:cNvPr id="240" name="TextBox 14"/>
          <p:cNvSpPr/>
          <p:nvPr/>
        </p:nvSpPr>
        <p:spPr>
          <a:xfrm>
            <a:off x="1209600" y="3831120"/>
            <a:ext cx="5039640" cy="552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0" u="none" strike="noStrike">
                <a:solidFill>
                  <a:srgbClr val="475569"/>
                </a:solidFill>
                <a:effectLst/>
                <a:uFillTx/>
                <a:latin typeface="Times New Roman"/>
              </a:rPr>
              <a:t>Sử dụng lý lẽ và sự tôn trọng thay vì công kích cá nhân</a:t>
            </a:r>
            <a:r>
              <a:rPr lang="en-US" sz="1350" b="0" u="none" strike="noStrike">
                <a:solidFill>
                  <a:srgbClr val="475569"/>
                </a:solidFill>
                <a:effectLst/>
                <a:uFillTx/>
                <a:latin typeface="Times New Roman"/>
              </a:rPr>
              <a:t>.</a:t>
            </a:r>
            <a:endParaRPr lang="vi-VN" sz="1350" b="0" u="none" strike="noStrike">
              <a:solidFill>
                <a:srgbClr val="000000"/>
              </a:solidFill>
              <a:effectLst/>
              <a:uFillTx/>
              <a:latin typeface="Arial"/>
            </a:endParaRPr>
          </a:p>
        </p:txBody>
      </p:sp>
      <p:sp>
        <p:nvSpPr>
          <p:cNvPr id="241" name="TextBox 15"/>
          <p:cNvSpPr/>
          <p:nvPr/>
        </p:nvSpPr>
        <p:spPr>
          <a:xfrm>
            <a:off x="1162080" y="4483440"/>
            <a:ext cx="2916360" cy="3067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000" b="1" u="none" strike="noStrike">
                <a:solidFill>
                  <a:srgbClr val="3B0764"/>
                </a:solidFill>
                <a:effectLst/>
                <a:uFillTx/>
                <a:latin typeface="Times New Roman"/>
              </a:rPr>
              <a:t>Nuôi dưỡng lòng thấu cảm</a:t>
            </a:r>
            <a:endParaRPr lang="vi-VN" sz="2000" b="0" u="none" strike="noStrike">
              <a:solidFill>
                <a:srgbClr val="000000"/>
              </a:solidFill>
              <a:effectLst/>
              <a:uFillTx/>
              <a:latin typeface="Arial"/>
            </a:endParaRPr>
          </a:p>
        </p:txBody>
      </p:sp>
      <p:sp>
        <p:nvSpPr>
          <p:cNvPr id="242" name="TextBox 16"/>
          <p:cNvSpPr/>
          <p:nvPr/>
        </p:nvSpPr>
        <p:spPr>
          <a:xfrm>
            <a:off x="1162080" y="4844160"/>
            <a:ext cx="4742280" cy="552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0" u="none" strike="noStrike">
                <a:solidFill>
                  <a:srgbClr val="475569"/>
                </a:solidFill>
                <a:effectLst/>
                <a:uFillTx/>
                <a:latin typeface="Times New Roman"/>
              </a:rPr>
              <a:t>Coi sự khác biệt là nguồn lực làm giàu cho đời sống cộng đồng.</a:t>
            </a:r>
            <a:endParaRPr lang="vi-VN"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timing>
    <p:tnLst>
      <p:par>
        <p:cTn id="696" dur="indefinite" restart="never" nodeType="tmRoot">
          <p:childTnLst>
            <p:seq>
              <p:cTn id="697" dur="indefinite" nodeType="mainSeq">
                <p:childTnLst>
                  <p:par>
                    <p:cTn id="698" fill="hold">
                      <p:stCondLst>
                        <p:cond delay="0"/>
                      </p:stCondLst>
                      <p:childTnLst>
                        <p:par>
                          <p:cTn id="699" fill="hold">
                            <p:stCondLst>
                              <p:cond delay="0"/>
                            </p:stCondLst>
                            <p:childTnLst>
                              <p:par>
                                <p:cTn id="700" presetID="2" presetClass="entr" fill="hold" nodeType="afterEffect" presetSubtype="1">
                                  <p:stCondLst>
                                    <p:cond delay="0"/>
                                  </p:stCondLst>
                                  <p:childTnLst>
                                    <p:set>
                                      <p:cBhvr>
                                        <p:cTn id="701" dur="1" fill="hold">
                                          <p:stCondLst>
                                            <p:cond delay="0"/>
                                          </p:stCondLst>
                                        </p:cTn>
                                        <p:tgtEl>
                                          <p:spTgt spid="235"/>
                                        </p:tgtEl>
                                        <p:attrNameLst>
                                          <p:attrName>style.visibility</p:attrName>
                                        </p:attrNameLst>
                                      </p:cBhvr>
                                      <p:to>
                                        <p:strVal val="visible"/>
                                      </p:to>
                                    </p:set>
                                    <p:anim calcmode="lin" valueType="num">
                                      <p:cBhvr additive="repl">
                                        <p:cTn id="702" dur="500" fill="hold"/>
                                        <p:tgtEl>
                                          <p:spTgt spid="235"/>
                                        </p:tgtEl>
                                        <p:attrNameLst>
                                          <p:attrName>ppt_x</p:attrName>
                                        </p:attrNameLst>
                                      </p:cBhvr>
                                      <p:tavLst>
                                        <p:tav>
                                          <p:val>
                                            <p:strVal val="#ppt_x"/>
                                          </p:val>
                                        </p:tav>
                                        <p:tav tm="100000">
                                          <p:val>
                                            <p:strVal val="#ppt_x"/>
                                          </p:val>
                                        </p:tav>
                                      </p:tavLst>
                                    </p:anim>
                                    <p:anim calcmode="lin" valueType="num">
                                      <p:cBhvr additive="repl">
                                        <p:cTn id="703" dur="500" fill="hold"/>
                                        <p:tgtEl>
                                          <p:spTgt spid="235"/>
                                        </p:tgtEl>
                                        <p:attrNameLst>
                                          <p:attrName>ppt_y</p:attrName>
                                        </p:attrNameLst>
                                      </p:cBhvr>
                                      <p:tavLst>
                                        <p:tav>
                                          <p:val>
                                            <p:strVal val="0-#ppt_h/2"/>
                                          </p:val>
                                        </p:tav>
                                        <p:tav tm="100000">
                                          <p:val>
                                            <p:strVal val="#ppt_y"/>
                                          </p:val>
                                        </p:tav>
                                      </p:tavLst>
                                    </p:anim>
                                  </p:childTnLst>
                                </p:cTn>
                              </p:par>
                              <p:par>
                                <p:cTn id="704" presetID="2" presetClass="entr" fill="hold" nodeType="withEffect" presetSubtype="9">
                                  <p:stCondLst>
                                    <p:cond delay="0"/>
                                  </p:stCondLst>
                                  <p:childTnLst>
                                    <p:set>
                                      <p:cBhvr>
                                        <p:cTn id="705" dur="1" fill="hold">
                                          <p:stCondLst>
                                            <p:cond delay="0"/>
                                          </p:stCondLst>
                                        </p:cTn>
                                        <p:tgtEl>
                                          <p:spTgt spid="236"/>
                                        </p:tgtEl>
                                        <p:attrNameLst>
                                          <p:attrName>style.visibility</p:attrName>
                                        </p:attrNameLst>
                                      </p:cBhvr>
                                      <p:to>
                                        <p:strVal val="visible"/>
                                      </p:to>
                                    </p:set>
                                    <p:anim calcmode="lin" valueType="num">
                                      <p:cBhvr additive="repl">
                                        <p:cTn id="706" dur="500" fill="hold"/>
                                        <p:tgtEl>
                                          <p:spTgt spid="236"/>
                                        </p:tgtEl>
                                        <p:attrNameLst>
                                          <p:attrName>ppt_x</p:attrName>
                                        </p:attrNameLst>
                                      </p:cBhvr>
                                      <p:tavLst>
                                        <p:tav>
                                          <p:val>
                                            <p:strVal val="0-#ppt_w/2"/>
                                          </p:val>
                                        </p:tav>
                                        <p:tav tm="100000">
                                          <p:val>
                                            <p:strVal val="#ppt_x"/>
                                          </p:val>
                                        </p:tav>
                                      </p:tavLst>
                                    </p:anim>
                                    <p:anim calcmode="lin" valueType="num">
                                      <p:cBhvr additive="repl">
                                        <p:cTn id="707" dur="500" fill="hold"/>
                                        <p:tgtEl>
                                          <p:spTgt spid="236"/>
                                        </p:tgtEl>
                                        <p:attrNameLst>
                                          <p:attrName>ppt_y</p:attrName>
                                        </p:attrNameLst>
                                      </p:cBhvr>
                                      <p:tavLst>
                                        <p:tav>
                                          <p:val>
                                            <p:strVal val="0-#ppt_h/2"/>
                                          </p:val>
                                        </p:tav>
                                        <p:tav tm="100000">
                                          <p:val>
                                            <p:strVal val="#ppt_y"/>
                                          </p:val>
                                        </p:tav>
                                      </p:tavLst>
                                    </p:anim>
                                  </p:childTnLst>
                                </p:cTn>
                              </p:par>
                            </p:childTnLst>
                          </p:cTn>
                        </p:par>
                        <p:par>
                          <p:cTn id="708" fill="hold">
                            <p:stCondLst>
                              <p:cond delay="500"/>
                            </p:stCondLst>
                            <p:childTnLst>
                              <p:par>
                                <p:cTn id="709" presetID="2" presetClass="entr" fill="hold" nodeType="afterEffect" presetSubtype="2">
                                  <p:stCondLst>
                                    <p:cond delay="0"/>
                                  </p:stCondLst>
                                  <p:childTnLst>
                                    <p:set>
                                      <p:cBhvr>
                                        <p:cTn id="710" dur="1" fill="hold">
                                          <p:stCondLst>
                                            <p:cond delay="0"/>
                                          </p:stCondLst>
                                        </p:cTn>
                                        <p:tgtEl>
                                          <p:spTgt spid="228"/>
                                        </p:tgtEl>
                                        <p:attrNameLst>
                                          <p:attrName>style.visibility</p:attrName>
                                        </p:attrNameLst>
                                      </p:cBhvr>
                                      <p:to>
                                        <p:strVal val="visible"/>
                                      </p:to>
                                    </p:set>
                                    <p:anim calcmode="lin" valueType="num">
                                      <p:cBhvr additive="repl">
                                        <p:cTn id="711" dur="500" fill="hold"/>
                                        <p:tgtEl>
                                          <p:spTgt spid="228"/>
                                        </p:tgtEl>
                                        <p:attrNameLst>
                                          <p:attrName>ppt_x</p:attrName>
                                        </p:attrNameLst>
                                      </p:cBhvr>
                                      <p:tavLst>
                                        <p:tav>
                                          <p:val>
                                            <p:strVal val="1+#ppt_w/2"/>
                                          </p:val>
                                        </p:tav>
                                        <p:tav tm="100000">
                                          <p:val>
                                            <p:strVal val="#ppt_x"/>
                                          </p:val>
                                        </p:tav>
                                      </p:tavLst>
                                    </p:anim>
                                    <p:anim calcmode="lin" valueType="num">
                                      <p:cBhvr additive="repl">
                                        <p:cTn id="712" dur="500" fill="hold"/>
                                        <p:tgtEl>
                                          <p:spTgt spid="228"/>
                                        </p:tgtEl>
                                        <p:attrNameLst>
                                          <p:attrName>ppt_y</p:attrName>
                                        </p:attrNameLst>
                                      </p:cBhvr>
                                      <p:tavLst>
                                        <p:tav>
                                          <p:val>
                                            <p:strVal val="#ppt_y"/>
                                          </p:val>
                                        </p:tav>
                                        <p:tav tm="100000">
                                          <p:val>
                                            <p:strVal val="#ppt_y"/>
                                          </p:val>
                                        </p:tav>
                                      </p:tavLst>
                                    </p:anim>
                                  </p:childTnLst>
                                </p:cTn>
                              </p:par>
                              <p:par>
                                <p:cTn id="713" presetID="2" presetClass="entr" fill="hold" nodeType="withEffect" presetSubtype="1">
                                  <p:stCondLst>
                                    <p:cond delay="0"/>
                                  </p:stCondLst>
                                  <p:childTnLst>
                                    <p:set>
                                      <p:cBhvr>
                                        <p:cTn id="714" dur="1" fill="hold">
                                          <p:stCondLst>
                                            <p:cond delay="0"/>
                                          </p:stCondLst>
                                        </p:cTn>
                                        <p:tgtEl>
                                          <p:spTgt spid="229"/>
                                        </p:tgtEl>
                                        <p:attrNameLst>
                                          <p:attrName>style.visibility</p:attrName>
                                        </p:attrNameLst>
                                      </p:cBhvr>
                                      <p:to>
                                        <p:strVal val="visible"/>
                                      </p:to>
                                    </p:set>
                                    <p:anim calcmode="lin" valueType="num">
                                      <p:cBhvr additive="repl">
                                        <p:cTn id="715" dur="500" fill="hold"/>
                                        <p:tgtEl>
                                          <p:spTgt spid="229"/>
                                        </p:tgtEl>
                                        <p:attrNameLst>
                                          <p:attrName>ppt_x</p:attrName>
                                        </p:attrNameLst>
                                      </p:cBhvr>
                                      <p:tavLst>
                                        <p:tav>
                                          <p:val>
                                            <p:strVal val="#ppt_x"/>
                                          </p:val>
                                        </p:tav>
                                        <p:tav tm="100000">
                                          <p:val>
                                            <p:strVal val="#ppt_x"/>
                                          </p:val>
                                        </p:tav>
                                      </p:tavLst>
                                    </p:anim>
                                    <p:anim calcmode="lin" valueType="num">
                                      <p:cBhvr additive="repl">
                                        <p:cTn id="716" dur="500" fill="hold"/>
                                        <p:tgtEl>
                                          <p:spTgt spid="229"/>
                                        </p:tgtEl>
                                        <p:attrNameLst>
                                          <p:attrName>ppt_y</p:attrName>
                                        </p:attrNameLst>
                                      </p:cBhvr>
                                      <p:tavLst>
                                        <p:tav>
                                          <p:val>
                                            <p:strVal val="0-#ppt_h/2"/>
                                          </p:val>
                                        </p:tav>
                                        <p:tav tm="100000">
                                          <p:val>
                                            <p:strVal val="#ppt_y"/>
                                          </p:val>
                                        </p:tav>
                                      </p:tavLst>
                                    </p:anim>
                                  </p:childTnLst>
                                </p:cTn>
                              </p:par>
                              <p:par>
                                <p:cTn id="717" presetID="2" presetClass="entr" fill="hold" nodeType="withEffect" presetSubtype="2">
                                  <p:stCondLst>
                                    <p:cond delay="0"/>
                                  </p:stCondLst>
                                  <p:childTnLst>
                                    <p:set>
                                      <p:cBhvr>
                                        <p:cTn id="718" dur="1" fill="hold">
                                          <p:stCondLst>
                                            <p:cond delay="0"/>
                                          </p:stCondLst>
                                        </p:cTn>
                                        <p:tgtEl>
                                          <p:spTgt spid="232"/>
                                        </p:tgtEl>
                                        <p:attrNameLst>
                                          <p:attrName>style.visibility</p:attrName>
                                        </p:attrNameLst>
                                      </p:cBhvr>
                                      <p:to>
                                        <p:strVal val="visible"/>
                                      </p:to>
                                    </p:set>
                                    <p:anim calcmode="lin" valueType="num">
                                      <p:cBhvr additive="repl">
                                        <p:cTn id="719" dur="500" fill="hold"/>
                                        <p:tgtEl>
                                          <p:spTgt spid="232"/>
                                        </p:tgtEl>
                                        <p:attrNameLst>
                                          <p:attrName>ppt_x</p:attrName>
                                        </p:attrNameLst>
                                      </p:cBhvr>
                                      <p:tavLst>
                                        <p:tav>
                                          <p:val>
                                            <p:strVal val="1+#ppt_w/2"/>
                                          </p:val>
                                        </p:tav>
                                        <p:tav tm="100000">
                                          <p:val>
                                            <p:strVal val="#ppt_x"/>
                                          </p:val>
                                        </p:tav>
                                      </p:tavLst>
                                    </p:anim>
                                    <p:anim calcmode="lin" valueType="num">
                                      <p:cBhvr additive="repl">
                                        <p:cTn id="720" dur="500" fill="hold"/>
                                        <p:tgtEl>
                                          <p:spTgt spid="232"/>
                                        </p:tgtEl>
                                        <p:attrNameLst>
                                          <p:attrName>ppt_y</p:attrName>
                                        </p:attrNameLst>
                                      </p:cBhvr>
                                      <p:tavLst>
                                        <p:tav>
                                          <p:val>
                                            <p:strVal val="#ppt_y"/>
                                          </p:val>
                                        </p:tav>
                                        <p:tav tm="100000">
                                          <p:val>
                                            <p:strVal val="#ppt_y"/>
                                          </p:val>
                                        </p:tav>
                                      </p:tavLst>
                                    </p:anim>
                                  </p:childTnLst>
                                </p:cTn>
                              </p:par>
                              <p:par>
                                <p:cTn id="721" presetID="2" presetClass="entr" fill="hold" nodeType="withEffect" presetSubtype="3">
                                  <p:stCondLst>
                                    <p:cond delay="0"/>
                                  </p:stCondLst>
                                  <p:childTnLst>
                                    <p:set>
                                      <p:cBhvr>
                                        <p:cTn id="722" dur="1" fill="hold">
                                          <p:stCondLst>
                                            <p:cond delay="0"/>
                                          </p:stCondLst>
                                        </p:cTn>
                                        <p:tgtEl>
                                          <p:spTgt spid="237"/>
                                        </p:tgtEl>
                                        <p:attrNameLst>
                                          <p:attrName>style.visibility</p:attrName>
                                        </p:attrNameLst>
                                      </p:cBhvr>
                                      <p:to>
                                        <p:strVal val="visible"/>
                                      </p:to>
                                    </p:set>
                                    <p:anim calcmode="lin" valueType="num">
                                      <p:cBhvr additive="repl">
                                        <p:cTn id="723" dur="500" fill="hold"/>
                                        <p:tgtEl>
                                          <p:spTgt spid="237"/>
                                        </p:tgtEl>
                                        <p:attrNameLst>
                                          <p:attrName>ppt_x</p:attrName>
                                        </p:attrNameLst>
                                      </p:cBhvr>
                                      <p:tavLst>
                                        <p:tav>
                                          <p:val>
                                            <p:strVal val="1+#ppt_w/2"/>
                                          </p:val>
                                        </p:tav>
                                        <p:tav tm="100000">
                                          <p:val>
                                            <p:strVal val="#ppt_x"/>
                                          </p:val>
                                        </p:tav>
                                      </p:tavLst>
                                    </p:anim>
                                    <p:anim calcmode="lin" valueType="num">
                                      <p:cBhvr additive="repl">
                                        <p:cTn id="724" dur="500" fill="hold"/>
                                        <p:tgtEl>
                                          <p:spTgt spid="237"/>
                                        </p:tgtEl>
                                        <p:attrNameLst>
                                          <p:attrName>ppt_y</p:attrName>
                                        </p:attrNameLst>
                                      </p:cBhvr>
                                      <p:tavLst>
                                        <p:tav>
                                          <p:val>
                                            <p:strVal val="0-#ppt_h/2"/>
                                          </p:val>
                                        </p:tav>
                                        <p:tav tm="100000">
                                          <p:val>
                                            <p:strVal val="#ppt_y"/>
                                          </p:val>
                                        </p:tav>
                                      </p:tavLst>
                                    </p:anim>
                                  </p:childTnLst>
                                </p:cTn>
                              </p:par>
                              <p:par>
                                <p:cTn id="725" presetID="2" presetClass="entr" fill="hold" nodeType="withEffect" presetSubtype="9">
                                  <p:stCondLst>
                                    <p:cond delay="0"/>
                                  </p:stCondLst>
                                  <p:childTnLst>
                                    <p:set>
                                      <p:cBhvr>
                                        <p:cTn id="726" dur="1" fill="hold">
                                          <p:stCondLst>
                                            <p:cond delay="0"/>
                                          </p:stCondLst>
                                        </p:cTn>
                                        <p:tgtEl>
                                          <p:spTgt spid="238"/>
                                        </p:tgtEl>
                                        <p:attrNameLst>
                                          <p:attrName>style.visibility</p:attrName>
                                        </p:attrNameLst>
                                      </p:cBhvr>
                                      <p:to>
                                        <p:strVal val="visible"/>
                                      </p:to>
                                    </p:set>
                                    <p:anim calcmode="lin" valueType="num">
                                      <p:cBhvr additive="repl">
                                        <p:cTn id="727" dur="500" fill="hold"/>
                                        <p:tgtEl>
                                          <p:spTgt spid="238"/>
                                        </p:tgtEl>
                                        <p:attrNameLst>
                                          <p:attrName>ppt_x</p:attrName>
                                        </p:attrNameLst>
                                      </p:cBhvr>
                                      <p:tavLst>
                                        <p:tav>
                                          <p:val>
                                            <p:strVal val="0-#ppt_w/2"/>
                                          </p:val>
                                        </p:tav>
                                        <p:tav tm="100000">
                                          <p:val>
                                            <p:strVal val="#ppt_x"/>
                                          </p:val>
                                        </p:tav>
                                      </p:tavLst>
                                    </p:anim>
                                    <p:anim calcmode="lin" valueType="num">
                                      <p:cBhvr additive="repl">
                                        <p:cTn id="728" dur="500" fill="hold"/>
                                        <p:tgtEl>
                                          <p:spTgt spid="238"/>
                                        </p:tgtEl>
                                        <p:attrNameLst>
                                          <p:attrName>ppt_y</p:attrName>
                                        </p:attrNameLst>
                                      </p:cBhvr>
                                      <p:tavLst>
                                        <p:tav>
                                          <p:val>
                                            <p:strVal val="0-#ppt_h/2"/>
                                          </p:val>
                                        </p:tav>
                                        <p:tav tm="100000">
                                          <p:val>
                                            <p:strVal val="#ppt_y"/>
                                          </p:val>
                                        </p:tav>
                                      </p:tavLst>
                                    </p:anim>
                                  </p:childTnLst>
                                </p:cTn>
                              </p:par>
                            </p:childTnLst>
                          </p:cTn>
                        </p:par>
                        <p:par>
                          <p:cTn id="729" fill="hold">
                            <p:stCondLst>
                              <p:cond delay="1000"/>
                            </p:stCondLst>
                            <p:childTnLst>
                              <p:par>
                                <p:cTn id="730" presetID="2" presetClass="entr" fill="hold" nodeType="afterEffect" presetSubtype="6">
                                  <p:stCondLst>
                                    <p:cond delay="0"/>
                                  </p:stCondLst>
                                  <p:childTnLst>
                                    <p:set>
                                      <p:cBhvr>
                                        <p:cTn id="731" dur="1" fill="hold">
                                          <p:stCondLst>
                                            <p:cond delay="0"/>
                                          </p:stCondLst>
                                        </p:cTn>
                                        <p:tgtEl>
                                          <p:spTgt spid="230"/>
                                        </p:tgtEl>
                                        <p:attrNameLst>
                                          <p:attrName>style.visibility</p:attrName>
                                        </p:attrNameLst>
                                      </p:cBhvr>
                                      <p:to>
                                        <p:strVal val="visible"/>
                                      </p:to>
                                    </p:set>
                                    <p:anim calcmode="lin" valueType="num">
                                      <p:cBhvr additive="repl">
                                        <p:cTn id="732" dur="500" fill="hold"/>
                                        <p:tgtEl>
                                          <p:spTgt spid="230"/>
                                        </p:tgtEl>
                                        <p:attrNameLst>
                                          <p:attrName>ppt_x</p:attrName>
                                        </p:attrNameLst>
                                      </p:cBhvr>
                                      <p:tavLst>
                                        <p:tav>
                                          <p:val>
                                            <p:strVal val="1+#ppt_w/2"/>
                                          </p:val>
                                        </p:tav>
                                        <p:tav tm="100000">
                                          <p:val>
                                            <p:strVal val="#ppt_x"/>
                                          </p:val>
                                        </p:tav>
                                      </p:tavLst>
                                    </p:anim>
                                    <p:anim calcmode="lin" valueType="num">
                                      <p:cBhvr additive="repl">
                                        <p:cTn id="733" dur="500" fill="hold"/>
                                        <p:tgtEl>
                                          <p:spTgt spid="230"/>
                                        </p:tgtEl>
                                        <p:attrNameLst>
                                          <p:attrName>ppt_y</p:attrName>
                                        </p:attrNameLst>
                                      </p:cBhvr>
                                      <p:tavLst>
                                        <p:tav>
                                          <p:val>
                                            <p:strVal val="1+#ppt_h/2"/>
                                          </p:val>
                                        </p:tav>
                                        <p:tav tm="100000">
                                          <p:val>
                                            <p:strVal val="#ppt_y"/>
                                          </p:val>
                                        </p:tav>
                                      </p:tavLst>
                                    </p:anim>
                                  </p:childTnLst>
                                </p:cTn>
                              </p:par>
                              <p:par>
                                <p:cTn id="734" presetID="2" presetClass="entr" fill="hold" nodeType="withEffect" presetSubtype="2">
                                  <p:stCondLst>
                                    <p:cond delay="0"/>
                                  </p:stCondLst>
                                  <p:childTnLst>
                                    <p:set>
                                      <p:cBhvr>
                                        <p:cTn id="735" dur="1" fill="hold">
                                          <p:stCondLst>
                                            <p:cond delay="0"/>
                                          </p:stCondLst>
                                        </p:cTn>
                                        <p:tgtEl>
                                          <p:spTgt spid="233"/>
                                        </p:tgtEl>
                                        <p:attrNameLst>
                                          <p:attrName>style.visibility</p:attrName>
                                        </p:attrNameLst>
                                      </p:cBhvr>
                                      <p:to>
                                        <p:strVal val="visible"/>
                                      </p:to>
                                    </p:set>
                                    <p:anim calcmode="lin" valueType="num">
                                      <p:cBhvr additive="repl">
                                        <p:cTn id="736" dur="500" fill="hold"/>
                                        <p:tgtEl>
                                          <p:spTgt spid="233"/>
                                        </p:tgtEl>
                                        <p:attrNameLst>
                                          <p:attrName>ppt_x</p:attrName>
                                        </p:attrNameLst>
                                      </p:cBhvr>
                                      <p:tavLst>
                                        <p:tav>
                                          <p:val>
                                            <p:strVal val="1+#ppt_w/2"/>
                                          </p:val>
                                        </p:tav>
                                        <p:tav tm="100000">
                                          <p:val>
                                            <p:strVal val="#ppt_x"/>
                                          </p:val>
                                        </p:tav>
                                      </p:tavLst>
                                    </p:anim>
                                    <p:anim calcmode="lin" valueType="num">
                                      <p:cBhvr additive="repl">
                                        <p:cTn id="737" dur="500" fill="hold"/>
                                        <p:tgtEl>
                                          <p:spTgt spid="233"/>
                                        </p:tgtEl>
                                        <p:attrNameLst>
                                          <p:attrName>ppt_y</p:attrName>
                                        </p:attrNameLst>
                                      </p:cBhvr>
                                      <p:tavLst>
                                        <p:tav>
                                          <p:val>
                                            <p:strVal val="#ppt_y"/>
                                          </p:val>
                                        </p:tav>
                                        <p:tav tm="100000">
                                          <p:val>
                                            <p:strVal val="#ppt_y"/>
                                          </p:val>
                                        </p:tav>
                                      </p:tavLst>
                                    </p:anim>
                                  </p:childTnLst>
                                </p:cTn>
                              </p:par>
                              <p:par>
                                <p:cTn id="738" presetID="2" presetClass="entr" fill="hold" nodeType="withEffect" presetSubtype="8">
                                  <p:stCondLst>
                                    <p:cond delay="0"/>
                                  </p:stCondLst>
                                  <p:childTnLst>
                                    <p:set>
                                      <p:cBhvr>
                                        <p:cTn id="739" dur="1" fill="hold">
                                          <p:stCondLst>
                                            <p:cond delay="0"/>
                                          </p:stCondLst>
                                        </p:cTn>
                                        <p:tgtEl>
                                          <p:spTgt spid="239"/>
                                        </p:tgtEl>
                                        <p:attrNameLst>
                                          <p:attrName>style.visibility</p:attrName>
                                        </p:attrNameLst>
                                      </p:cBhvr>
                                      <p:to>
                                        <p:strVal val="visible"/>
                                      </p:to>
                                    </p:set>
                                    <p:anim calcmode="lin" valueType="num">
                                      <p:cBhvr additive="repl">
                                        <p:cTn id="740" dur="500" fill="hold"/>
                                        <p:tgtEl>
                                          <p:spTgt spid="239"/>
                                        </p:tgtEl>
                                        <p:attrNameLst>
                                          <p:attrName>ppt_x</p:attrName>
                                        </p:attrNameLst>
                                      </p:cBhvr>
                                      <p:tavLst>
                                        <p:tav>
                                          <p:val>
                                            <p:strVal val="0-#ppt_w/2"/>
                                          </p:val>
                                        </p:tav>
                                        <p:tav tm="100000">
                                          <p:val>
                                            <p:strVal val="#ppt_x"/>
                                          </p:val>
                                        </p:tav>
                                      </p:tavLst>
                                    </p:anim>
                                    <p:anim calcmode="lin" valueType="num">
                                      <p:cBhvr additive="repl">
                                        <p:cTn id="741" dur="500" fill="hold"/>
                                        <p:tgtEl>
                                          <p:spTgt spid="239"/>
                                        </p:tgtEl>
                                        <p:attrNameLst>
                                          <p:attrName>ppt_y</p:attrName>
                                        </p:attrNameLst>
                                      </p:cBhvr>
                                      <p:tavLst>
                                        <p:tav>
                                          <p:val>
                                            <p:strVal val="#ppt_y"/>
                                          </p:val>
                                        </p:tav>
                                        <p:tav tm="100000">
                                          <p:val>
                                            <p:strVal val="#ppt_y"/>
                                          </p:val>
                                        </p:tav>
                                      </p:tavLst>
                                    </p:anim>
                                  </p:childTnLst>
                                </p:cTn>
                              </p:par>
                              <p:par>
                                <p:cTn id="742" presetID="2" presetClass="entr" fill="hold" nodeType="withEffect" presetSubtype="4">
                                  <p:stCondLst>
                                    <p:cond delay="0"/>
                                  </p:stCondLst>
                                  <p:childTnLst>
                                    <p:set>
                                      <p:cBhvr>
                                        <p:cTn id="743" dur="1" fill="hold">
                                          <p:stCondLst>
                                            <p:cond delay="0"/>
                                          </p:stCondLst>
                                        </p:cTn>
                                        <p:tgtEl>
                                          <p:spTgt spid="240"/>
                                        </p:tgtEl>
                                        <p:attrNameLst>
                                          <p:attrName>style.visibility</p:attrName>
                                        </p:attrNameLst>
                                      </p:cBhvr>
                                      <p:to>
                                        <p:strVal val="visible"/>
                                      </p:to>
                                    </p:set>
                                    <p:anim calcmode="lin" valueType="num">
                                      <p:cBhvr additive="repl">
                                        <p:cTn id="744" dur="500" fill="hold"/>
                                        <p:tgtEl>
                                          <p:spTgt spid="240"/>
                                        </p:tgtEl>
                                        <p:attrNameLst>
                                          <p:attrName>ppt_x</p:attrName>
                                        </p:attrNameLst>
                                      </p:cBhvr>
                                      <p:tavLst>
                                        <p:tav>
                                          <p:val>
                                            <p:strVal val="#ppt_x"/>
                                          </p:val>
                                        </p:tav>
                                        <p:tav tm="100000">
                                          <p:val>
                                            <p:strVal val="#ppt_x"/>
                                          </p:val>
                                        </p:tav>
                                      </p:tavLst>
                                    </p:anim>
                                    <p:anim calcmode="lin" valueType="num">
                                      <p:cBhvr additive="repl">
                                        <p:cTn id="745" dur="500" fill="hold"/>
                                        <p:tgtEl>
                                          <p:spTgt spid="240"/>
                                        </p:tgtEl>
                                        <p:attrNameLst>
                                          <p:attrName>ppt_y</p:attrName>
                                        </p:attrNameLst>
                                      </p:cBhvr>
                                      <p:tavLst>
                                        <p:tav>
                                          <p:val>
                                            <p:strVal val="1+#ppt_h/2"/>
                                          </p:val>
                                        </p:tav>
                                        <p:tav tm="100000">
                                          <p:val>
                                            <p:strVal val="#ppt_y"/>
                                          </p:val>
                                        </p:tav>
                                      </p:tavLst>
                                    </p:anim>
                                  </p:childTnLst>
                                </p:cTn>
                              </p:par>
                            </p:childTnLst>
                          </p:cTn>
                        </p:par>
                        <p:par>
                          <p:cTn id="746" fill="hold">
                            <p:stCondLst>
                              <p:cond delay="1500"/>
                            </p:stCondLst>
                            <p:childTnLst>
                              <p:par>
                                <p:cTn id="747" presetID="2" presetClass="entr" fill="hold" nodeType="afterEffect" presetSubtype="4">
                                  <p:stCondLst>
                                    <p:cond delay="0"/>
                                  </p:stCondLst>
                                  <p:childTnLst>
                                    <p:set>
                                      <p:cBhvr>
                                        <p:cTn id="748" dur="1" fill="hold">
                                          <p:stCondLst>
                                            <p:cond delay="0"/>
                                          </p:stCondLst>
                                        </p:cTn>
                                        <p:tgtEl>
                                          <p:spTgt spid="231"/>
                                        </p:tgtEl>
                                        <p:attrNameLst>
                                          <p:attrName>style.visibility</p:attrName>
                                        </p:attrNameLst>
                                      </p:cBhvr>
                                      <p:to>
                                        <p:strVal val="visible"/>
                                      </p:to>
                                    </p:set>
                                    <p:anim calcmode="lin" valueType="num">
                                      <p:cBhvr additive="repl">
                                        <p:cTn id="749" dur="500" fill="hold"/>
                                        <p:tgtEl>
                                          <p:spTgt spid="231"/>
                                        </p:tgtEl>
                                        <p:attrNameLst>
                                          <p:attrName>ppt_x</p:attrName>
                                        </p:attrNameLst>
                                      </p:cBhvr>
                                      <p:tavLst>
                                        <p:tav>
                                          <p:val>
                                            <p:strVal val="#ppt_x"/>
                                          </p:val>
                                        </p:tav>
                                        <p:tav tm="100000">
                                          <p:val>
                                            <p:strVal val="#ppt_x"/>
                                          </p:val>
                                        </p:tav>
                                      </p:tavLst>
                                    </p:anim>
                                    <p:anim calcmode="lin" valueType="num">
                                      <p:cBhvr additive="repl">
                                        <p:cTn id="750" dur="500" fill="hold"/>
                                        <p:tgtEl>
                                          <p:spTgt spid="231"/>
                                        </p:tgtEl>
                                        <p:attrNameLst>
                                          <p:attrName>ppt_y</p:attrName>
                                        </p:attrNameLst>
                                      </p:cBhvr>
                                      <p:tavLst>
                                        <p:tav>
                                          <p:val>
                                            <p:strVal val="1+#ppt_h/2"/>
                                          </p:val>
                                        </p:tav>
                                        <p:tav tm="100000">
                                          <p:val>
                                            <p:strVal val="#ppt_y"/>
                                          </p:val>
                                        </p:tav>
                                      </p:tavLst>
                                    </p:anim>
                                  </p:childTnLst>
                                </p:cTn>
                              </p:par>
                              <p:par>
                                <p:cTn id="751" presetID="2" presetClass="entr" fill="hold" nodeType="withEffect" presetSubtype="4">
                                  <p:stCondLst>
                                    <p:cond delay="0"/>
                                  </p:stCondLst>
                                  <p:childTnLst>
                                    <p:set>
                                      <p:cBhvr>
                                        <p:cTn id="752" dur="1" fill="hold">
                                          <p:stCondLst>
                                            <p:cond delay="0"/>
                                          </p:stCondLst>
                                        </p:cTn>
                                        <p:tgtEl>
                                          <p:spTgt spid="234"/>
                                        </p:tgtEl>
                                        <p:attrNameLst>
                                          <p:attrName>style.visibility</p:attrName>
                                        </p:attrNameLst>
                                      </p:cBhvr>
                                      <p:to>
                                        <p:strVal val="visible"/>
                                      </p:to>
                                    </p:set>
                                    <p:anim calcmode="lin" valueType="num">
                                      <p:cBhvr additive="repl">
                                        <p:cTn id="753" dur="500" fill="hold"/>
                                        <p:tgtEl>
                                          <p:spTgt spid="234"/>
                                        </p:tgtEl>
                                        <p:attrNameLst>
                                          <p:attrName>ppt_x</p:attrName>
                                        </p:attrNameLst>
                                      </p:cBhvr>
                                      <p:tavLst>
                                        <p:tav>
                                          <p:val>
                                            <p:strVal val="#ppt_x"/>
                                          </p:val>
                                        </p:tav>
                                        <p:tav tm="100000">
                                          <p:val>
                                            <p:strVal val="#ppt_x"/>
                                          </p:val>
                                        </p:tav>
                                      </p:tavLst>
                                    </p:anim>
                                    <p:anim calcmode="lin" valueType="num">
                                      <p:cBhvr additive="repl">
                                        <p:cTn id="754" dur="500" fill="hold"/>
                                        <p:tgtEl>
                                          <p:spTgt spid="234"/>
                                        </p:tgtEl>
                                        <p:attrNameLst>
                                          <p:attrName>ppt_y</p:attrName>
                                        </p:attrNameLst>
                                      </p:cBhvr>
                                      <p:tavLst>
                                        <p:tav>
                                          <p:val>
                                            <p:strVal val="1+#ppt_h/2"/>
                                          </p:val>
                                        </p:tav>
                                        <p:tav tm="100000">
                                          <p:val>
                                            <p:strVal val="#ppt_y"/>
                                          </p:val>
                                        </p:tav>
                                      </p:tavLst>
                                    </p:anim>
                                  </p:childTnLst>
                                </p:cTn>
                              </p:par>
                              <p:par>
                                <p:cTn id="755" presetID="2" presetClass="entr" fill="hold" nodeType="withEffect" presetSubtype="3">
                                  <p:stCondLst>
                                    <p:cond delay="0"/>
                                  </p:stCondLst>
                                  <p:childTnLst>
                                    <p:set>
                                      <p:cBhvr>
                                        <p:cTn id="756" dur="1" fill="hold">
                                          <p:stCondLst>
                                            <p:cond delay="0"/>
                                          </p:stCondLst>
                                        </p:cTn>
                                        <p:tgtEl>
                                          <p:spTgt spid="241"/>
                                        </p:tgtEl>
                                        <p:attrNameLst>
                                          <p:attrName>style.visibility</p:attrName>
                                        </p:attrNameLst>
                                      </p:cBhvr>
                                      <p:to>
                                        <p:strVal val="visible"/>
                                      </p:to>
                                    </p:set>
                                    <p:anim calcmode="lin" valueType="num">
                                      <p:cBhvr additive="repl">
                                        <p:cTn id="757" dur="500" fill="hold"/>
                                        <p:tgtEl>
                                          <p:spTgt spid="241"/>
                                        </p:tgtEl>
                                        <p:attrNameLst>
                                          <p:attrName>ppt_x</p:attrName>
                                        </p:attrNameLst>
                                      </p:cBhvr>
                                      <p:tavLst>
                                        <p:tav>
                                          <p:val>
                                            <p:strVal val="1+#ppt_w/2"/>
                                          </p:val>
                                        </p:tav>
                                        <p:tav tm="100000">
                                          <p:val>
                                            <p:strVal val="#ppt_x"/>
                                          </p:val>
                                        </p:tav>
                                      </p:tavLst>
                                    </p:anim>
                                    <p:anim calcmode="lin" valueType="num">
                                      <p:cBhvr additive="repl">
                                        <p:cTn id="758" dur="500" fill="hold"/>
                                        <p:tgtEl>
                                          <p:spTgt spid="241"/>
                                        </p:tgtEl>
                                        <p:attrNameLst>
                                          <p:attrName>ppt_y</p:attrName>
                                        </p:attrNameLst>
                                      </p:cBhvr>
                                      <p:tavLst>
                                        <p:tav>
                                          <p:val>
                                            <p:strVal val="0-#ppt_h/2"/>
                                          </p:val>
                                        </p:tav>
                                        <p:tav tm="100000">
                                          <p:val>
                                            <p:strVal val="#ppt_y"/>
                                          </p:val>
                                        </p:tav>
                                      </p:tavLst>
                                    </p:anim>
                                  </p:childTnLst>
                                </p:cTn>
                              </p:par>
                              <p:par>
                                <p:cTn id="759" presetID="2" presetClass="entr" fill="hold" nodeType="withEffect" presetSubtype="6">
                                  <p:stCondLst>
                                    <p:cond delay="0"/>
                                  </p:stCondLst>
                                  <p:childTnLst>
                                    <p:set>
                                      <p:cBhvr>
                                        <p:cTn id="760" dur="1" fill="hold">
                                          <p:stCondLst>
                                            <p:cond delay="0"/>
                                          </p:stCondLst>
                                        </p:cTn>
                                        <p:tgtEl>
                                          <p:spTgt spid="242"/>
                                        </p:tgtEl>
                                        <p:attrNameLst>
                                          <p:attrName>style.visibility</p:attrName>
                                        </p:attrNameLst>
                                      </p:cBhvr>
                                      <p:to>
                                        <p:strVal val="visible"/>
                                      </p:to>
                                    </p:set>
                                    <p:anim calcmode="lin" valueType="num">
                                      <p:cBhvr additive="repl">
                                        <p:cTn id="761" dur="500" fill="hold"/>
                                        <p:tgtEl>
                                          <p:spTgt spid="242"/>
                                        </p:tgtEl>
                                        <p:attrNameLst>
                                          <p:attrName>ppt_x</p:attrName>
                                        </p:attrNameLst>
                                      </p:cBhvr>
                                      <p:tavLst>
                                        <p:tav>
                                          <p:val>
                                            <p:strVal val="1+#ppt_w/2"/>
                                          </p:val>
                                        </p:tav>
                                        <p:tav tm="100000">
                                          <p:val>
                                            <p:strVal val="#ppt_x"/>
                                          </p:val>
                                        </p:tav>
                                      </p:tavLst>
                                    </p:anim>
                                    <p:anim calcmode="lin" valueType="num">
                                      <p:cBhvr additive="repl">
                                        <p:cTn id="762" dur="500" fill="hold"/>
                                        <p:tgtEl>
                                          <p:spTgt spid="242"/>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8C384D"/>
        </a:solidFill>
      </p:bgPr>
    </p:bg>
    <p:spTree>
      <p:nvGrpSpPr>
        <p:cNvPr id="1" name=""/>
        <p:cNvGrpSpPr/>
        <p:nvPr/>
      </p:nvGrpSpPr>
      <p:grpSpPr>
        <a:xfrm>
          <a:off x="0" y="0"/>
          <a:ext cx="0" cy="0"/>
          <a:chOff x="0" y="0"/>
          <a:chExt cx="0" cy="0"/>
        </a:xfrm>
      </p:grpSpPr>
      <p:pic>
        <p:nvPicPr>
          <p:cNvPr id="243" name="Picture 1" descr="image.png"/>
          <p:cNvPicPr/>
          <p:nvPr/>
        </p:nvPicPr>
        <p:blipFill>
          <a:blip r:embed="rId1"/>
          <a:stretch/>
        </p:blipFill>
        <p:spPr>
          <a:xfrm>
            <a:off x="0" y="0"/>
            <a:ext cx="12191400" cy="6857280"/>
          </a:xfrm>
          <a:prstGeom prst="rect">
            <a:avLst/>
          </a:prstGeom>
          <a:noFill/>
          <a:ln w="0">
            <a:noFill/>
          </a:ln>
        </p:spPr>
      </p:pic>
      <p:sp>
        <p:nvSpPr>
          <p:cNvPr id="244" name="Rounded Rectangle 2"/>
          <p:cNvSpPr/>
          <p:nvPr/>
        </p:nvSpPr>
        <p:spPr>
          <a:xfrm>
            <a:off x="4716360" y="2225880"/>
            <a:ext cx="2757960" cy="370440"/>
          </a:xfrm>
          <a:prstGeom prst="roundRect">
            <a:avLst>
              <a:gd name="adj" fmla="val 50000"/>
            </a:avLst>
          </a:prstGeom>
          <a:solidFill>
            <a:srgbClr val="A36071"/>
          </a:solidFill>
          <a:ln>
            <a:solidFill>
              <a:srgbClr val="AF748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sp>
        <p:nvSpPr>
          <p:cNvPr id="245" name="Rounded Rectangle 3"/>
          <p:cNvSpPr/>
          <p:nvPr/>
        </p:nvSpPr>
        <p:spPr>
          <a:xfrm>
            <a:off x="5619600" y="4584240"/>
            <a:ext cx="951480" cy="46440"/>
          </a:xfrm>
          <a:prstGeom prst="roundRect">
            <a:avLst>
              <a:gd name="adj" fmla="val 50000"/>
            </a:avLst>
          </a:prstGeom>
          <a:solidFill>
            <a:srgbClr val="F87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1520" rIns="90000" bIns="-11520" anchor="ctr">
            <a:noAutofit/>
          </a:bodyPr>
          <a:p>
            <a:pPr>
              <a:lnSpc>
                <a:spcPct val="100000"/>
              </a:lnSpc>
            </a:pPr>
            <a:endParaRPr lang="en-US" sz="1800" b="0" u="none" strike="noStrike">
              <a:solidFill>
                <a:schemeClr val="lt1"/>
              </a:solidFill>
              <a:effectLst/>
              <a:uFillTx/>
              <a:latin typeface="Calibri"/>
            </a:endParaRPr>
          </a:p>
        </p:txBody>
      </p:sp>
      <p:sp>
        <p:nvSpPr>
          <p:cNvPr id="246" name="TextBox 4"/>
          <p:cNvSpPr/>
          <p:nvPr/>
        </p:nvSpPr>
        <p:spPr>
          <a:xfrm>
            <a:off x="4568760" y="2301120"/>
            <a:ext cx="2990520" cy="2181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350" b="1" u="none" strike="noStrike">
                <a:solidFill>
                  <a:srgbClr val="FEF08A"/>
                </a:solidFill>
                <a:effectLst/>
                <a:uFillTx/>
                <a:latin typeface="Times New Roman"/>
              </a:rPr>
              <a:t>XIN CHÂN THÀNH CẢM ƠN</a:t>
            </a:r>
            <a:endParaRPr lang="vi-VN" sz="1350" b="0" u="none" strike="noStrike">
              <a:solidFill>
                <a:srgbClr val="FFFFFF"/>
              </a:solidFill>
              <a:effectLst/>
              <a:uFillTx/>
              <a:latin typeface="Arial"/>
            </a:endParaRPr>
          </a:p>
        </p:txBody>
      </p:sp>
      <p:sp>
        <p:nvSpPr>
          <p:cNvPr id="247" name="TextBox 5"/>
          <p:cNvSpPr/>
          <p:nvPr/>
        </p:nvSpPr>
        <p:spPr>
          <a:xfrm>
            <a:off x="829080" y="2864160"/>
            <a:ext cx="10532880" cy="56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3900" b="1" u="none" strike="noStrike">
                <a:solidFill>
                  <a:srgbClr val="FFFFFF"/>
                </a:solidFill>
                <a:effectLst/>
                <a:uFillTx/>
                <a:latin typeface="Times New Roman"/>
              </a:rPr>
              <a:t>CẢM ƠN CÁC BẠN ĐÃ THEO DÕI!</a:t>
            </a:r>
            <a:endParaRPr lang="vi-VN" sz="3900" b="0" u="none" strike="noStrike">
              <a:solidFill>
                <a:srgbClr val="FFFFFF"/>
              </a:solidFill>
              <a:effectLst/>
              <a:uFillTx/>
              <a:latin typeface="Arial"/>
            </a:endParaRPr>
          </a:p>
        </p:txBody>
      </p:sp>
      <p:sp>
        <p:nvSpPr>
          <p:cNvPr id="248" name="TextBox 6"/>
          <p:cNvSpPr/>
          <p:nvPr/>
        </p:nvSpPr>
        <p:spPr>
          <a:xfrm>
            <a:off x="1631160" y="3654720"/>
            <a:ext cx="8928720" cy="585720"/>
          </a:xfrm>
          <a:prstGeom prst="rect">
            <a:avLst/>
          </a:prstGeom>
          <a:noFill/>
          <a:ln w="0">
            <a:noFill/>
          </a:ln>
        </p:spPr>
        <p:style>
          <a:lnRef idx="0"/>
          <a:fillRef idx="0"/>
          <a:effectRef idx="0"/>
          <a:fontRef idx="minor"/>
        </p:style>
        <p:txBody>
          <a:bodyPr lIns="0" tIns="0" rIns="0" bIns="0" anchor="t">
            <a:spAutoFit/>
          </a:bodyPr>
          <a:p>
            <a:pPr algn="ctr" defTabSz="457200">
              <a:lnSpc>
                <a:spcPts val="2310"/>
              </a:lnSpc>
            </a:pPr>
            <a:r>
              <a:rPr lang="en-US" sz="1650" b="0" u="none" strike="noStrike">
                <a:solidFill>
                  <a:srgbClr val="FBCFE8"/>
                </a:solidFill>
                <a:effectLst/>
                <a:uFillTx/>
                <a:latin typeface="Times New Roman"/>
              </a:rPr>
              <a:t>Rất mong nhận được những góp ý và ý kiến đóng góp thảo luận từ thầy cô và tất cả các bạn.</a:t>
            </a:r>
            <a:endParaRPr lang="vi-VN" sz="1650" b="0" u="none" strike="noStrike">
              <a:solidFill>
                <a:srgbClr val="FFFFFF"/>
              </a:solidFill>
              <a:effectLst/>
              <a:uFillTx/>
              <a:latin typeface="Arial"/>
            </a:endParaRPr>
          </a:p>
        </p:txBody>
      </p:sp>
    </p:spTree>
  </p:cSld>
  <mc:AlternateContent>
    <mc:Choice Requires="p14">
      <p:transition spd="slow" p14:dur="1250"/>
    </mc:Choice>
    <mc:Fallback>
      <p:transition spd="slow"/>
    </mc:Fallback>
  </mc:AlternateContent>
  <p:timing>
    <p:tnLst>
      <p:par>
        <p:cTn id="763" dur="indefinite" restart="never" nodeType="tmRoot">
          <p:childTnLst>
            <p:seq>
              <p:cTn id="764" dur="indefinite" nodeType="mainSeq">
                <p:childTnLst>
                  <p:par>
                    <p:cTn id="765" fill="hold">
                      <p:stCondLst>
                        <p:cond delay="0"/>
                      </p:stCondLst>
                      <p:childTnLst>
                        <p:par>
                          <p:cTn id="766" fill="hold">
                            <p:stCondLst>
                              <p:cond delay="0"/>
                            </p:stCondLst>
                            <p:childTnLst>
                              <p:par>
                                <p:cTn id="767" presetID="2" presetClass="entr" fill="hold" nodeType="afterEffect" presetSubtype="12">
                                  <p:stCondLst>
                                    <p:cond delay="0"/>
                                  </p:stCondLst>
                                  <p:childTnLst>
                                    <p:set>
                                      <p:cBhvr>
                                        <p:cTn id="768" dur="1" fill="hold">
                                          <p:stCondLst>
                                            <p:cond delay="0"/>
                                          </p:stCondLst>
                                        </p:cTn>
                                        <p:tgtEl>
                                          <p:spTgt spid="244"/>
                                        </p:tgtEl>
                                        <p:attrNameLst>
                                          <p:attrName>style.visibility</p:attrName>
                                        </p:attrNameLst>
                                      </p:cBhvr>
                                      <p:to>
                                        <p:strVal val="visible"/>
                                      </p:to>
                                    </p:set>
                                    <p:anim calcmode="lin" valueType="num">
                                      <p:cBhvr additive="repl">
                                        <p:cTn id="769" dur="500" fill="hold"/>
                                        <p:tgtEl>
                                          <p:spTgt spid="244"/>
                                        </p:tgtEl>
                                        <p:attrNameLst>
                                          <p:attrName>ppt_x</p:attrName>
                                        </p:attrNameLst>
                                      </p:cBhvr>
                                      <p:tavLst>
                                        <p:tav>
                                          <p:val>
                                            <p:strVal val="0-#ppt_w/2"/>
                                          </p:val>
                                        </p:tav>
                                        <p:tav tm="100000">
                                          <p:val>
                                            <p:strVal val="#ppt_x"/>
                                          </p:val>
                                        </p:tav>
                                      </p:tavLst>
                                    </p:anim>
                                    <p:anim calcmode="lin" valueType="num">
                                      <p:cBhvr additive="repl">
                                        <p:cTn id="770" dur="500" fill="hold"/>
                                        <p:tgtEl>
                                          <p:spTgt spid="244"/>
                                        </p:tgtEl>
                                        <p:attrNameLst>
                                          <p:attrName>ppt_y</p:attrName>
                                        </p:attrNameLst>
                                      </p:cBhvr>
                                      <p:tavLst>
                                        <p:tav>
                                          <p:val>
                                            <p:strVal val="1+#ppt_h/2"/>
                                          </p:val>
                                        </p:tav>
                                        <p:tav tm="100000">
                                          <p:val>
                                            <p:strVal val="#ppt_y"/>
                                          </p:val>
                                        </p:tav>
                                      </p:tavLst>
                                    </p:anim>
                                  </p:childTnLst>
                                </p:cTn>
                              </p:par>
                            </p:childTnLst>
                          </p:cTn>
                        </p:par>
                        <p:par>
                          <p:cTn id="771" fill="hold">
                            <p:stCondLst>
                              <p:cond delay="500"/>
                            </p:stCondLst>
                            <p:childTnLst>
                              <p:par>
                                <p:cTn id="772" presetID="2" presetClass="entr" fill="hold" nodeType="afterEffect" presetSubtype="9">
                                  <p:stCondLst>
                                    <p:cond delay="0"/>
                                  </p:stCondLst>
                                  <p:childTnLst>
                                    <p:set>
                                      <p:cBhvr>
                                        <p:cTn id="773" dur="1" fill="hold">
                                          <p:stCondLst>
                                            <p:cond delay="0"/>
                                          </p:stCondLst>
                                        </p:cTn>
                                        <p:tgtEl>
                                          <p:spTgt spid="246"/>
                                        </p:tgtEl>
                                        <p:attrNameLst>
                                          <p:attrName>style.visibility</p:attrName>
                                        </p:attrNameLst>
                                      </p:cBhvr>
                                      <p:to>
                                        <p:strVal val="visible"/>
                                      </p:to>
                                    </p:set>
                                    <p:anim calcmode="lin" valueType="num">
                                      <p:cBhvr additive="repl">
                                        <p:cTn id="774" dur="500" fill="hold"/>
                                        <p:tgtEl>
                                          <p:spTgt spid="246"/>
                                        </p:tgtEl>
                                        <p:attrNameLst>
                                          <p:attrName>ppt_x</p:attrName>
                                        </p:attrNameLst>
                                      </p:cBhvr>
                                      <p:tavLst>
                                        <p:tav>
                                          <p:val>
                                            <p:strVal val="0-#ppt_w/2"/>
                                          </p:val>
                                        </p:tav>
                                        <p:tav tm="100000">
                                          <p:val>
                                            <p:strVal val="#ppt_x"/>
                                          </p:val>
                                        </p:tav>
                                      </p:tavLst>
                                    </p:anim>
                                    <p:anim calcmode="lin" valueType="num">
                                      <p:cBhvr additive="repl">
                                        <p:cTn id="775" dur="500" fill="hold"/>
                                        <p:tgtEl>
                                          <p:spTgt spid="246"/>
                                        </p:tgtEl>
                                        <p:attrNameLst>
                                          <p:attrName>ppt_y</p:attrName>
                                        </p:attrNameLst>
                                      </p:cBhvr>
                                      <p:tavLst>
                                        <p:tav>
                                          <p:val>
                                            <p:strVal val="0-#ppt_h/2"/>
                                          </p:val>
                                        </p:tav>
                                        <p:tav tm="100000">
                                          <p:val>
                                            <p:strVal val="#ppt_y"/>
                                          </p:val>
                                        </p:tav>
                                      </p:tavLst>
                                    </p:anim>
                                  </p:childTnLst>
                                </p:cTn>
                              </p:par>
                              <p:par>
                                <p:cTn id="776" presetID="2" presetClass="entr" fill="hold" nodeType="withEffect" presetSubtype="6">
                                  <p:stCondLst>
                                    <p:cond delay="700"/>
                                  </p:stCondLst>
                                  <p:childTnLst>
                                    <p:set>
                                      <p:cBhvr>
                                        <p:cTn id="777" dur="1" fill="hold">
                                          <p:stCondLst>
                                            <p:cond delay="0"/>
                                          </p:stCondLst>
                                        </p:cTn>
                                        <p:tgtEl>
                                          <p:spTgt spid="247"/>
                                        </p:tgtEl>
                                        <p:attrNameLst>
                                          <p:attrName>style.visibility</p:attrName>
                                        </p:attrNameLst>
                                      </p:cBhvr>
                                      <p:to>
                                        <p:strVal val="visible"/>
                                      </p:to>
                                    </p:set>
                                    <p:anim calcmode="lin" valueType="num">
                                      <p:cBhvr additive="repl">
                                        <p:cTn id="778" dur="500" fill="hold"/>
                                        <p:tgtEl>
                                          <p:spTgt spid="247"/>
                                        </p:tgtEl>
                                        <p:attrNameLst>
                                          <p:attrName>ppt_x</p:attrName>
                                        </p:attrNameLst>
                                      </p:cBhvr>
                                      <p:tavLst>
                                        <p:tav>
                                          <p:val>
                                            <p:strVal val="1+#ppt_w/2"/>
                                          </p:val>
                                        </p:tav>
                                        <p:tav tm="100000">
                                          <p:val>
                                            <p:strVal val="#ppt_x"/>
                                          </p:val>
                                        </p:tav>
                                      </p:tavLst>
                                    </p:anim>
                                    <p:anim calcmode="lin" valueType="num">
                                      <p:cBhvr additive="repl">
                                        <p:cTn id="779" dur="500" fill="hold"/>
                                        <p:tgtEl>
                                          <p:spTgt spid="247"/>
                                        </p:tgtEl>
                                        <p:attrNameLst>
                                          <p:attrName>ppt_y</p:attrName>
                                        </p:attrNameLst>
                                      </p:cBhvr>
                                      <p:tavLst>
                                        <p:tav>
                                          <p:val>
                                            <p:strVal val="1+#ppt_h/2"/>
                                          </p:val>
                                        </p:tav>
                                        <p:tav tm="100000">
                                          <p:val>
                                            <p:strVal val="#ppt_y"/>
                                          </p:val>
                                        </p:tav>
                                      </p:tavLst>
                                    </p:anim>
                                  </p:childTnLst>
                                </p:cTn>
                              </p:par>
                              <p:par>
                                <p:cTn id="780" presetID="2" presetClass="entr" fill="hold" nodeType="withEffect" presetSubtype="2">
                                  <p:stCondLst>
                                    <p:cond delay="800"/>
                                  </p:stCondLst>
                                  <p:childTnLst>
                                    <p:set>
                                      <p:cBhvr>
                                        <p:cTn id="781" dur="1" fill="hold">
                                          <p:stCondLst>
                                            <p:cond delay="0"/>
                                          </p:stCondLst>
                                        </p:cTn>
                                        <p:tgtEl>
                                          <p:spTgt spid="248"/>
                                        </p:tgtEl>
                                        <p:attrNameLst>
                                          <p:attrName>style.visibility</p:attrName>
                                        </p:attrNameLst>
                                      </p:cBhvr>
                                      <p:to>
                                        <p:strVal val="visible"/>
                                      </p:to>
                                    </p:set>
                                    <p:anim calcmode="lin" valueType="num">
                                      <p:cBhvr additive="repl">
                                        <p:cTn id="782" dur="500" fill="hold"/>
                                        <p:tgtEl>
                                          <p:spTgt spid="248"/>
                                        </p:tgtEl>
                                        <p:attrNameLst>
                                          <p:attrName>ppt_x</p:attrName>
                                        </p:attrNameLst>
                                      </p:cBhvr>
                                      <p:tavLst>
                                        <p:tav>
                                          <p:val>
                                            <p:strVal val="1+#ppt_w/2"/>
                                          </p:val>
                                        </p:tav>
                                        <p:tav tm="100000">
                                          <p:val>
                                            <p:strVal val="#ppt_x"/>
                                          </p:val>
                                        </p:tav>
                                      </p:tavLst>
                                    </p:anim>
                                    <p:anim calcmode="lin" valueType="num">
                                      <p:cBhvr additive="repl">
                                        <p:cTn id="783" dur="500" fill="hold"/>
                                        <p:tgtEl>
                                          <p:spTgt spid="248"/>
                                        </p:tgtEl>
                                        <p:attrNameLst>
                                          <p:attrName>ppt_y</p:attrName>
                                        </p:attrNameLst>
                                      </p:cBhvr>
                                      <p:tavLst>
                                        <p:tav>
                                          <p:val>
                                            <p:strVal val="#ppt_y"/>
                                          </p:val>
                                        </p:tav>
                                        <p:tav tm="100000">
                                          <p:val>
                                            <p:strVal val="#ppt_y"/>
                                          </p:val>
                                        </p:tav>
                                      </p:tavLst>
                                    </p:anim>
                                  </p:childTnLst>
                                </p:cTn>
                              </p:par>
                            </p:childTnLst>
                          </p:cTn>
                        </p:par>
                        <p:par>
                          <p:cTn id="784" fill="hold">
                            <p:stCondLst>
                              <p:cond delay="1800"/>
                            </p:stCondLst>
                            <p:childTnLst>
                              <p:par>
                                <p:cTn id="785" presetID="2" presetClass="entr" fill="hold" nodeType="afterEffect" presetSubtype="8">
                                  <p:stCondLst>
                                    <p:cond delay="0"/>
                                  </p:stCondLst>
                                  <p:childTnLst>
                                    <p:set>
                                      <p:cBhvr>
                                        <p:cTn id="786" dur="1" fill="hold">
                                          <p:stCondLst>
                                            <p:cond delay="0"/>
                                          </p:stCondLst>
                                        </p:cTn>
                                        <p:tgtEl>
                                          <p:spTgt spid="245"/>
                                        </p:tgtEl>
                                        <p:attrNameLst>
                                          <p:attrName>style.visibility</p:attrName>
                                        </p:attrNameLst>
                                      </p:cBhvr>
                                      <p:to>
                                        <p:strVal val="visible"/>
                                      </p:to>
                                    </p:set>
                                    <p:anim calcmode="lin" valueType="num">
                                      <p:cBhvr additive="repl">
                                        <p:cTn id="787" dur="500" fill="hold"/>
                                        <p:tgtEl>
                                          <p:spTgt spid="245"/>
                                        </p:tgtEl>
                                        <p:attrNameLst>
                                          <p:attrName>ppt_x</p:attrName>
                                        </p:attrNameLst>
                                      </p:cBhvr>
                                      <p:tavLst>
                                        <p:tav>
                                          <p:val>
                                            <p:strVal val="0-#ppt_w/2"/>
                                          </p:val>
                                        </p:tav>
                                        <p:tav tm="100000">
                                          <p:val>
                                            <p:strVal val="#ppt_x"/>
                                          </p:val>
                                        </p:tav>
                                      </p:tavLst>
                                    </p:anim>
                                    <p:anim calcmode="lin" valueType="num">
                                      <p:cBhvr additive="repl">
                                        <p:cTn id="788" dur="500" fill="hold"/>
                                        <p:tgtEl>
                                          <p:spTgt spid="245"/>
                                        </p:tgtEl>
                                        <p:attrNameLst>
                                          <p:attrName>ppt_y</p:attrName>
                                        </p:attrNameLst>
                                      </p:cBhvr>
                                      <p:tavLst>
                                        <p:tav>
                                          <p:val>
                                            <p:strVal val="#ppt_y"/>
                                          </p:val>
                                        </p:tav>
                                        <p:tav tm="100000">
                                          <p:val>
                                            <p:strVal val="#ppt_y"/>
                                          </p:val>
                                        </p:tav>
                                      </p:tavLst>
                                    </p:anim>
                                  </p:childTnLst>
                                </p:cTn>
                              </p:par>
                              <p:par>
                                <p:cTn id="789" presetID="10" presetClass="entr" fill="hold" nodeType="withEffect">
                                  <p:stCondLst>
                                    <p:cond delay="0"/>
                                  </p:stCondLst>
                                  <p:childTnLst>
                                    <p:set>
                                      <p:cBhvr>
                                        <p:cTn id="790" dur="1" fill="hold">
                                          <p:stCondLst>
                                            <p:cond delay="0"/>
                                          </p:stCondLst>
                                        </p:cTn>
                                        <p:tgtEl>
                                          <p:spTgt spid="243"/>
                                        </p:tgtEl>
                                        <p:attrNameLst>
                                          <p:attrName>style.visibility</p:attrName>
                                        </p:attrNameLst>
                                      </p:cBhvr>
                                      <p:to>
                                        <p:strVal val="visible"/>
                                      </p:to>
                                    </p:set>
                                    <p:animEffect transition="in" filter="fade">
                                      <p:cBhvr additive="repl">
                                        <p:cTn id="791" dur="20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78</TotalTime>
  <Application>LibreOffice/26.8.0.3$Linux_X86_64 LibreOffice_project/680$Build-3</Application>
  <AppVersion>15.0000</AppVersion>
  <Words>979</Words>
  <Paragraphs>103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ThinkPad</dc:creator>
  <dc:description>generated using python-pptx</dc:description>
  <dc:language>vi-VN</dc:language>
  <cp:lastModifiedBy/>
  <dcterms:modified xsi:type="dcterms:W3CDTF">2026-10-09T14:26:07Z</dcterms:modified>
  <cp:revision>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12</vt:i4>
  </property>
</Properties>
</file>